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69" r:id="rId3"/>
    <p:sldId id="256" r:id="rId4"/>
    <p:sldId id="257" r:id="rId5"/>
    <p:sldId id="258" r:id="rId6"/>
    <p:sldId id="259" r:id="rId7"/>
    <p:sldId id="266" r:id="rId8"/>
    <p:sldId id="267" r:id="rId9"/>
    <p:sldId id="268" r:id="rId10"/>
    <p:sldId id="260" r:id="rId11"/>
    <p:sldId id="261" r:id="rId12"/>
    <p:sldId id="262" r:id="rId13"/>
    <p:sldId id="263" r:id="rId14"/>
    <p:sldId id="271" r:id="rId15"/>
    <p:sldId id="272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C81CA-81C5-EB80-B6F8-875939D79125}" v="6" dt="2024-11-15T06:51:13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vi  Sahu" userId="eaed1e12-bc06-4498-b0b0-397df4cad69b" providerId="ADAL" clId="{231E249F-18D1-4D14-BC56-04C05D19F4C4}"/>
    <pc:docChg chg="undo custSel addSld modSld">
      <pc:chgData name="Purvi  Sahu" userId="eaed1e12-bc06-4498-b0b0-397df4cad69b" providerId="ADAL" clId="{231E249F-18D1-4D14-BC56-04C05D19F4C4}" dt="2024-07-04T09:48:06.812" v="520" actId="1076"/>
      <pc:docMkLst>
        <pc:docMk/>
      </pc:docMkLst>
      <pc:sldChg chg="modSp mod">
        <pc:chgData name="Purvi  Sahu" userId="eaed1e12-bc06-4498-b0b0-397df4cad69b" providerId="ADAL" clId="{231E249F-18D1-4D14-BC56-04C05D19F4C4}" dt="2024-07-04T09:22:59.107" v="188" actId="1076"/>
        <pc:sldMkLst>
          <pc:docMk/>
          <pc:sldMk cId="2225258636" sldId="271"/>
        </pc:sldMkLst>
        <pc:spChg chg="mod">
          <ac:chgData name="Purvi  Sahu" userId="eaed1e12-bc06-4498-b0b0-397df4cad69b" providerId="ADAL" clId="{231E249F-18D1-4D14-BC56-04C05D19F4C4}" dt="2024-05-06T05:55:07.181" v="162" actId="1076"/>
          <ac:spMkLst>
            <pc:docMk/>
            <pc:sldMk cId="2225258636" sldId="271"/>
            <ac:spMk id="2" creationId="{0B46DE24-6663-1FB5-6EC6-D8492F464BA8}"/>
          </ac:spMkLst>
        </pc:spChg>
        <pc:spChg chg="mod">
          <ac:chgData name="Purvi  Sahu" userId="eaed1e12-bc06-4498-b0b0-397df4cad69b" providerId="ADAL" clId="{231E249F-18D1-4D14-BC56-04C05D19F4C4}" dt="2024-07-04T09:22:59.107" v="188" actId="1076"/>
          <ac:spMkLst>
            <pc:docMk/>
            <pc:sldMk cId="2225258636" sldId="271"/>
            <ac:spMk id="3" creationId="{576919A6-AFB8-32FB-AD8B-33434159737F}"/>
          </ac:spMkLst>
        </pc:spChg>
      </pc:sldChg>
      <pc:sldChg chg="addSp modSp new mod">
        <pc:chgData name="Purvi  Sahu" userId="eaed1e12-bc06-4498-b0b0-397df4cad69b" providerId="ADAL" clId="{231E249F-18D1-4D14-BC56-04C05D19F4C4}" dt="2024-07-04T09:48:06.812" v="520" actId="1076"/>
        <pc:sldMkLst>
          <pc:docMk/>
          <pc:sldMk cId="153990063" sldId="272"/>
        </pc:sldMkLst>
        <pc:spChg chg="add mod">
          <ac:chgData name="Purvi  Sahu" userId="eaed1e12-bc06-4498-b0b0-397df4cad69b" providerId="ADAL" clId="{231E249F-18D1-4D14-BC56-04C05D19F4C4}" dt="2024-07-04T09:28:04.594" v="310" actId="20577"/>
          <ac:spMkLst>
            <pc:docMk/>
            <pc:sldMk cId="153990063" sldId="272"/>
            <ac:spMk id="2" creationId="{774B056B-7E5B-80B5-AB1C-0F4616471C1F}"/>
          </ac:spMkLst>
        </pc:spChg>
        <pc:spChg chg="add mod">
          <ac:chgData name="Purvi  Sahu" userId="eaed1e12-bc06-4498-b0b0-397df4cad69b" providerId="ADAL" clId="{231E249F-18D1-4D14-BC56-04C05D19F4C4}" dt="2024-07-04T09:46:15.030" v="493" actId="5793"/>
          <ac:spMkLst>
            <pc:docMk/>
            <pc:sldMk cId="153990063" sldId="272"/>
            <ac:spMk id="3" creationId="{7BAF85E2-7278-C2D6-8A05-B6AB41714166}"/>
          </ac:spMkLst>
        </pc:spChg>
        <pc:spChg chg="add mod">
          <ac:chgData name="Purvi  Sahu" userId="eaed1e12-bc06-4498-b0b0-397df4cad69b" providerId="ADAL" clId="{231E249F-18D1-4D14-BC56-04C05D19F4C4}" dt="2024-07-04T09:48:06.812" v="520" actId="1076"/>
          <ac:spMkLst>
            <pc:docMk/>
            <pc:sldMk cId="153990063" sldId="272"/>
            <ac:spMk id="4" creationId="{8701BB18-F11D-3205-2504-09AFAA5B683C}"/>
          </ac:spMkLst>
        </pc:spChg>
      </pc:sldChg>
    </pc:docChg>
  </pc:docChgLst>
  <pc:docChgLst>
    <pc:chgData name="Harish Sahu" userId="cd5f30df-586b-4daa-9022-6ffdb615a8bc" providerId="ADAL" clId="{E0E6C6E8-8389-4BA8-8E2F-9D1A1906329C}"/>
    <pc:docChg chg="undo redo custSel addSld delSld modSld sldOrd">
      <pc:chgData name="Harish Sahu" userId="cd5f30df-586b-4daa-9022-6ffdb615a8bc" providerId="ADAL" clId="{E0E6C6E8-8389-4BA8-8E2F-9D1A1906329C}" dt="2024-04-11T05:28:49.934" v="5077" actId="1076"/>
      <pc:docMkLst>
        <pc:docMk/>
      </pc:docMkLst>
      <pc:sldChg chg="addSp delSp modSp new mod modClrScheme chgLayout">
        <pc:chgData name="Harish Sahu" userId="cd5f30df-586b-4daa-9022-6ffdb615a8bc" providerId="ADAL" clId="{E0E6C6E8-8389-4BA8-8E2F-9D1A1906329C}" dt="2024-04-11T05:26:14.204" v="4980" actId="6549"/>
        <pc:sldMkLst>
          <pc:docMk/>
          <pc:sldMk cId="2822769467" sldId="256"/>
        </pc:sldMkLst>
        <pc:spChg chg="del">
          <ac:chgData name="Harish Sahu" userId="cd5f30df-586b-4daa-9022-6ffdb615a8bc" providerId="ADAL" clId="{E0E6C6E8-8389-4BA8-8E2F-9D1A1906329C}" dt="2024-04-09T06:50:22.547" v="1" actId="700"/>
          <ac:spMkLst>
            <pc:docMk/>
            <pc:sldMk cId="2822769467" sldId="256"/>
            <ac:spMk id="2" creationId="{C6270CC5-E74F-A9B0-DE3A-6F97347D2A7A}"/>
          </ac:spMkLst>
        </pc:spChg>
        <pc:spChg chg="del">
          <ac:chgData name="Harish Sahu" userId="cd5f30df-586b-4daa-9022-6ffdb615a8bc" providerId="ADAL" clId="{E0E6C6E8-8389-4BA8-8E2F-9D1A1906329C}" dt="2024-04-09T06:50:22.547" v="1" actId="700"/>
          <ac:spMkLst>
            <pc:docMk/>
            <pc:sldMk cId="2822769467" sldId="256"/>
            <ac:spMk id="3" creationId="{AD825DAE-5C7F-415D-31ED-CBF280FF9122}"/>
          </ac:spMkLst>
        </pc:spChg>
        <pc:spChg chg="add mod">
          <ac:chgData name="Harish Sahu" userId="cd5f30df-586b-4daa-9022-6ffdb615a8bc" providerId="ADAL" clId="{E0E6C6E8-8389-4BA8-8E2F-9D1A1906329C}" dt="2024-04-09T12:04:31.918" v="4280" actId="20577"/>
          <ac:spMkLst>
            <pc:docMk/>
            <pc:sldMk cId="2822769467" sldId="256"/>
            <ac:spMk id="4" creationId="{0232F8CC-49D3-8538-0C20-6DAFAFBD174E}"/>
          </ac:spMkLst>
        </pc:spChg>
        <pc:spChg chg="add mod">
          <ac:chgData name="Harish Sahu" userId="cd5f30df-586b-4daa-9022-6ffdb615a8bc" providerId="ADAL" clId="{E0E6C6E8-8389-4BA8-8E2F-9D1A1906329C}" dt="2024-04-11T05:26:14.204" v="4980" actId="6549"/>
          <ac:spMkLst>
            <pc:docMk/>
            <pc:sldMk cId="2822769467" sldId="256"/>
            <ac:spMk id="5" creationId="{F5C0D10D-8A6C-53D1-1F48-493051252A3A}"/>
          </ac:spMkLst>
        </pc:spChg>
      </pc:sldChg>
      <pc:sldChg chg="addSp delSp modSp add mod">
        <pc:chgData name="Harish Sahu" userId="cd5f30df-586b-4daa-9022-6ffdb615a8bc" providerId="ADAL" clId="{E0E6C6E8-8389-4BA8-8E2F-9D1A1906329C}" dt="2024-04-10T13:14:07.821" v="4941" actId="20577"/>
        <pc:sldMkLst>
          <pc:docMk/>
          <pc:sldMk cId="3477724662" sldId="257"/>
        </pc:sldMkLst>
        <pc:spChg chg="add del mod">
          <ac:chgData name="Harish Sahu" userId="cd5f30df-586b-4daa-9022-6ffdb615a8bc" providerId="ADAL" clId="{E0E6C6E8-8389-4BA8-8E2F-9D1A1906329C}" dt="2024-04-09T07:19:21.913" v="1071" actId="478"/>
          <ac:spMkLst>
            <pc:docMk/>
            <pc:sldMk cId="3477724662" sldId="257"/>
            <ac:spMk id="2" creationId="{0A8DB658-CDAB-7501-F329-33032126483D}"/>
          </ac:spMkLst>
        </pc:spChg>
        <pc:spChg chg="add del mod">
          <ac:chgData name="Harish Sahu" userId="cd5f30df-586b-4daa-9022-6ffdb615a8bc" providerId="ADAL" clId="{E0E6C6E8-8389-4BA8-8E2F-9D1A1906329C}" dt="2024-04-09T07:19:53.744" v="1084"/>
          <ac:spMkLst>
            <pc:docMk/>
            <pc:sldMk cId="3477724662" sldId="257"/>
            <ac:spMk id="4" creationId="{0232F8CC-49D3-8538-0C20-6DAFAFBD174E}"/>
          </ac:spMkLst>
        </pc:spChg>
        <pc:spChg chg="mod">
          <ac:chgData name="Harish Sahu" userId="cd5f30df-586b-4daa-9022-6ffdb615a8bc" providerId="ADAL" clId="{E0E6C6E8-8389-4BA8-8E2F-9D1A1906329C}" dt="2024-04-10T13:14:07.821" v="4941" actId="20577"/>
          <ac:spMkLst>
            <pc:docMk/>
            <pc:sldMk cId="3477724662" sldId="257"/>
            <ac:spMk id="5" creationId="{F5C0D10D-8A6C-53D1-1F48-493051252A3A}"/>
          </ac:spMkLst>
        </pc:spChg>
        <pc:spChg chg="add mod">
          <ac:chgData name="Harish Sahu" userId="cd5f30df-586b-4daa-9022-6ffdb615a8bc" providerId="ADAL" clId="{E0E6C6E8-8389-4BA8-8E2F-9D1A1906329C}" dt="2024-04-09T07:19:59.246" v="1085" actId="122"/>
          <ac:spMkLst>
            <pc:docMk/>
            <pc:sldMk cId="3477724662" sldId="257"/>
            <ac:spMk id="7" creationId="{AD82F8D8-A8E3-C8A0-D7EF-87341C605D8F}"/>
          </ac:spMkLst>
        </pc:spChg>
        <pc:picChg chg="add del">
          <ac:chgData name="Harish Sahu" userId="cd5f30df-586b-4daa-9022-6ffdb615a8bc" providerId="ADAL" clId="{E0E6C6E8-8389-4BA8-8E2F-9D1A1906329C}" dt="2024-04-09T07:19:34.482" v="1076" actId="22"/>
          <ac:picMkLst>
            <pc:docMk/>
            <pc:sldMk cId="3477724662" sldId="257"/>
            <ac:picMk id="6" creationId="{9BD7A009-CE2B-89E0-FE65-9F711F0164A6}"/>
          </ac:picMkLst>
        </pc:picChg>
      </pc:sldChg>
      <pc:sldChg chg="addSp delSp modSp add mod">
        <pc:chgData name="Harish Sahu" userId="cd5f30df-586b-4daa-9022-6ffdb615a8bc" providerId="ADAL" clId="{E0E6C6E8-8389-4BA8-8E2F-9D1A1906329C}" dt="2024-04-09T09:15:57.013" v="1703" actId="313"/>
        <pc:sldMkLst>
          <pc:docMk/>
          <pc:sldMk cId="710528827" sldId="258"/>
        </pc:sldMkLst>
        <pc:spChg chg="add mod">
          <ac:chgData name="Harish Sahu" userId="cd5f30df-586b-4daa-9022-6ffdb615a8bc" providerId="ADAL" clId="{E0E6C6E8-8389-4BA8-8E2F-9D1A1906329C}" dt="2024-04-09T07:20:19.009" v="1089" actId="122"/>
          <ac:spMkLst>
            <pc:docMk/>
            <pc:sldMk cId="710528827" sldId="258"/>
            <ac:spMk id="2" creationId="{432DA931-9B0A-E670-9373-E5BB54E7E060}"/>
          </ac:spMkLst>
        </pc:spChg>
        <pc:spChg chg="del mod">
          <ac:chgData name="Harish Sahu" userId="cd5f30df-586b-4daa-9022-6ffdb615a8bc" providerId="ADAL" clId="{E0E6C6E8-8389-4BA8-8E2F-9D1A1906329C}" dt="2024-04-09T07:20:26.215" v="1090" actId="478"/>
          <ac:spMkLst>
            <pc:docMk/>
            <pc:sldMk cId="710528827" sldId="258"/>
            <ac:spMk id="4" creationId="{0232F8CC-49D3-8538-0C20-6DAFAFBD174E}"/>
          </ac:spMkLst>
        </pc:spChg>
        <pc:spChg chg="mod">
          <ac:chgData name="Harish Sahu" userId="cd5f30df-586b-4daa-9022-6ffdb615a8bc" providerId="ADAL" clId="{E0E6C6E8-8389-4BA8-8E2F-9D1A1906329C}" dt="2024-04-09T09:15:57.013" v="1703" actId="313"/>
          <ac:spMkLst>
            <pc:docMk/>
            <pc:sldMk cId="710528827" sldId="258"/>
            <ac:spMk id="5" creationId="{F5C0D10D-8A6C-53D1-1F48-493051252A3A}"/>
          </ac:spMkLst>
        </pc:spChg>
      </pc:sldChg>
      <pc:sldChg chg="addSp delSp modSp add mod">
        <pc:chgData name="Harish Sahu" userId="cd5f30df-586b-4daa-9022-6ffdb615a8bc" providerId="ADAL" clId="{E0E6C6E8-8389-4BA8-8E2F-9D1A1906329C}" dt="2024-04-11T05:19:32.047" v="4971" actId="1076"/>
        <pc:sldMkLst>
          <pc:docMk/>
          <pc:sldMk cId="1171612192" sldId="259"/>
        </pc:sldMkLst>
        <pc:spChg chg="add mod">
          <ac:chgData name="Harish Sahu" userId="cd5f30df-586b-4daa-9022-6ffdb615a8bc" providerId="ADAL" clId="{E0E6C6E8-8389-4BA8-8E2F-9D1A1906329C}" dt="2024-04-09T07:20:34.448" v="1091"/>
          <ac:spMkLst>
            <pc:docMk/>
            <pc:sldMk cId="1171612192" sldId="259"/>
            <ac:spMk id="2" creationId="{F932A6BD-8C15-A9EF-104D-710D87D14871}"/>
          </ac:spMkLst>
        </pc:spChg>
        <pc:spChg chg="add mod">
          <ac:chgData name="Harish Sahu" userId="cd5f30df-586b-4daa-9022-6ffdb615a8bc" providerId="ADAL" clId="{E0E6C6E8-8389-4BA8-8E2F-9D1A1906329C}" dt="2024-04-09T11:10:25.671" v="3189" actId="20577"/>
          <ac:spMkLst>
            <pc:docMk/>
            <pc:sldMk cId="1171612192" sldId="259"/>
            <ac:spMk id="3" creationId="{2BEA0E70-7B7B-098D-1820-8AB7507A02E2}"/>
          </ac:spMkLst>
        </pc:spChg>
        <pc:spChg chg="del mod">
          <ac:chgData name="Harish Sahu" userId="cd5f30df-586b-4daa-9022-6ffdb615a8bc" providerId="ADAL" clId="{E0E6C6E8-8389-4BA8-8E2F-9D1A1906329C}" dt="2024-04-09T07:20:48.255" v="1098"/>
          <ac:spMkLst>
            <pc:docMk/>
            <pc:sldMk cId="1171612192" sldId="259"/>
            <ac:spMk id="4" creationId="{0232F8CC-49D3-8538-0C20-6DAFAFBD174E}"/>
          </ac:spMkLst>
        </pc:spChg>
        <pc:spChg chg="add mod">
          <ac:chgData name="Harish Sahu" userId="cd5f30df-586b-4daa-9022-6ffdb615a8bc" providerId="ADAL" clId="{E0E6C6E8-8389-4BA8-8E2F-9D1A1906329C}" dt="2024-04-11T05:19:32.047" v="4971" actId="1076"/>
          <ac:spMkLst>
            <pc:docMk/>
            <pc:sldMk cId="1171612192" sldId="259"/>
            <ac:spMk id="4" creationId="{F390AA34-43E0-2FD9-31F7-75C474AE59F7}"/>
          </ac:spMkLst>
        </pc:spChg>
        <pc:spChg chg="mod">
          <ac:chgData name="Harish Sahu" userId="cd5f30df-586b-4daa-9022-6ffdb615a8bc" providerId="ADAL" clId="{E0E6C6E8-8389-4BA8-8E2F-9D1A1906329C}" dt="2024-04-09T09:32:23.504" v="2002" actId="21"/>
          <ac:spMkLst>
            <pc:docMk/>
            <pc:sldMk cId="1171612192" sldId="259"/>
            <ac:spMk id="5" creationId="{F5C0D10D-8A6C-53D1-1F48-493051252A3A}"/>
          </ac:spMkLst>
        </pc:spChg>
        <pc:spChg chg="add mod">
          <ac:chgData name="Harish Sahu" userId="cd5f30df-586b-4daa-9022-6ffdb615a8bc" providerId="ADAL" clId="{E0E6C6E8-8389-4BA8-8E2F-9D1A1906329C}" dt="2024-04-09T11:04:55.210" v="2961" actId="1076"/>
          <ac:spMkLst>
            <pc:docMk/>
            <pc:sldMk cId="1171612192" sldId="259"/>
            <ac:spMk id="10" creationId="{ACA5B1CF-3CE6-AB05-95D7-8F551C261317}"/>
          </ac:spMkLst>
        </pc:spChg>
        <pc:spChg chg="add mod">
          <ac:chgData name="Harish Sahu" userId="cd5f30df-586b-4daa-9022-6ffdb615a8bc" providerId="ADAL" clId="{E0E6C6E8-8389-4BA8-8E2F-9D1A1906329C}" dt="2024-04-09T11:04:55.210" v="2961" actId="1076"/>
          <ac:spMkLst>
            <pc:docMk/>
            <pc:sldMk cId="1171612192" sldId="259"/>
            <ac:spMk id="12" creationId="{57C12D8C-3CA0-4718-6E7F-BE823DD4DA9B}"/>
          </ac:spMkLst>
        </pc:spChg>
        <pc:spChg chg="add mod">
          <ac:chgData name="Harish Sahu" userId="cd5f30df-586b-4daa-9022-6ffdb615a8bc" providerId="ADAL" clId="{E0E6C6E8-8389-4BA8-8E2F-9D1A1906329C}" dt="2024-04-09T11:52:17.041" v="3979" actId="14100"/>
          <ac:spMkLst>
            <pc:docMk/>
            <pc:sldMk cId="1171612192" sldId="259"/>
            <ac:spMk id="17" creationId="{FCFA1B14-59B2-1D98-448E-8E5F5FB38CF1}"/>
          </ac:spMkLst>
        </pc:spChg>
        <pc:spChg chg="add mod">
          <ac:chgData name="Harish Sahu" userId="cd5f30df-586b-4daa-9022-6ffdb615a8bc" providerId="ADAL" clId="{E0E6C6E8-8389-4BA8-8E2F-9D1A1906329C}" dt="2024-04-09T11:52:45.017" v="4001" actId="1076"/>
          <ac:spMkLst>
            <pc:docMk/>
            <pc:sldMk cId="1171612192" sldId="259"/>
            <ac:spMk id="19" creationId="{F255FDE9-165E-57A6-127A-5ED401D42F9E}"/>
          </ac:spMkLst>
        </pc:spChg>
        <pc:spChg chg="add mod">
          <ac:chgData name="Harish Sahu" userId="cd5f30df-586b-4daa-9022-6ffdb615a8bc" providerId="ADAL" clId="{E0E6C6E8-8389-4BA8-8E2F-9D1A1906329C}" dt="2024-04-09T11:53:09.921" v="4004" actId="14100"/>
          <ac:spMkLst>
            <pc:docMk/>
            <pc:sldMk cId="1171612192" sldId="259"/>
            <ac:spMk id="26" creationId="{993F8C20-7F29-5EA8-903D-CF3E65D77EAD}"/>
          </ac:spMkLst>
        </pc:spChg>
        <pc:spChg chg="add mod">
          <ac:chgData name="Harish Sahu" userId="cd5f30df-586b-4daa-9022-6ffdb615a8bc" providerId="ADAL" clId="{E0E6C6E8-8389-4BA8-8E2F-9D1A1906329C}" dt="2024-04-09T11:54:39.733" v="4108" actId="20577"/>
          <ac:spMkLst>
            <pc:docMk/>
            <pc:sldMk cId="1171612192" sldId="259"/>
            <ac:spMk id="28" creationId="{92E52E80-06ED-39FC-F8F7-F976154C788D}"/>
          </ac:spMkLst>
        </pc:spChg>
        <pc:spChg chg="add mod">
          <ac:chgData name="Harish Sahu" userId="cd5f30df-586b-4daa-9022-6ffdb615a8bc" providerId="ADAL" clId="{E0E6C6E8-8389-4BA8-8E2F-9D1A1906329C}" dt="2024-04-09T11:59:38.004" v="4112" actId="14100"/>
          <ac:spMkLst>
            <pc:docMk/>
            <pc:sldMk cId="1171612192" sldId="259"/>
            <ac:spMk id="33" creationId="{B116A69A-59FF-EE97-E052-727043B35961}"/>
          </ac:spMkLst>
        </pc:spChg>
        <pc:spChg chg="add mod">
          <ac:chgData name="Harish Sahu" userId="cd5f30df-586b-4daa-9022-6ffdb615a8bc" providerId="ADAL" clId="{E0E6C6E8-8389-4BA8-8E2F-9D1A1906329C}" dt="2024-04-09T12:00:37.010" v="4150" actId="14100"/>
          <ac:spMkLst>
            <pc:docMk/>
            <pc:sldMk cId="1171612192" sldId="259"/>
            <ac:spMk id="35" creationId="{E12A8DF4-2F5E-6701-7D6E-1CD3381A8E63}"/>
          </ac:spMkLst>
        </pc:spChg>
        <pc:picChg chg="add mod modCrop">
          <ac:chgData name="Harish Sahu" userId="cd5f30df-586b-4daa-9022-6ffdb615a8bc" providerId="ADAL" clId="{E0E6C6E8-8389-4BA8-8E2F-9D1A1906329C}" dt="2024-04-09T11:53:13.434" v="4006" actId="1076"/>
          <ac:picMkLst>
            <pc:docMk/>
            <pc:sldMk cId="1171612192" sldId="259"/>
            <ac:picMk id="7" creationId="{F4C1D30C-4050-9A67-65ED-488B1C7AB138}"/>
          </ac:picMkLst>
        </pc:picChg>
        <pc:picChg chg="add mod modCrop">
          <ac:chgData name="Harish Sahu" userId="cd5f30df-586b-4daa-9022-6ffdb615a8bc" providerId="ADAL" clId="{E0E6C6E8-8389-4BA8-8E2F-9D1A1906329C}" dt="2024-04-09T11:04:55.210" v="2961" actId="1076"/>
          <ac:picMkLst>
            <pc:docMk/>
            <pc:sldMk cId="1171612192" sldId="259"/>
            <ac:picMk id="9" creationId="{5AB49CCD-2173-D6CC-E078-2D3D3E1E9DA0}"/>
          </ac:picMkLst>
        </pc:picChg>
        <pc:cxnChg chg="add mod">
          <ac:chgData name="Harish Sahu" userId="cd5f30df-586b-4daa-9022-6ffdb615a8bc" providerId="ADAL" clId="{E0E6C6E8-8389-4BA8-8E2F-9D1A1906329C}" dt="2024-04-09T11:04:55.210" v="2961" actId="1076"/>
          <ac:cxnSpMkLst>
            <pc:docMk/>
            <pc:sldMk cId="1171612192" sldId="259"/>
            <ac:cxnSpMk id="11" creationId="{3136BE26-30C6-DE15-6D1D-D2C51E8973EE}"/>
          </ac:cxnSpMkLst>
        </pc:cxnChg>
        <pc:cxnChg chg="add mod">
          <ac:chgData name="Harish Sahu" userId="cd5f30df-586b-4daa-9022-6ffdb615a8bc" providerId="ADAL" clId="{E0E6C6E8-8389-4BA8-8E2F-9D1A1906329C}" dt="2024-04-09T11:52:45.017" v="4001" actId="1076"/>
          <ac:cxnSpMkLst>
            <pc:docMk/>
            <pc:sldMk cId="1171612192" sldId="259"/>
            <ac:cxnSpMk id="18" creationId="{694EC444-7308-76C2-4B50-1FC855F09DEE}"/>
          </ac:cxnSpMkLst>
        </pc:cxnChg>
        <pc:cxnChg chg="add mod">
          <ac:chgData name="Harish Sahu" userId="cd5f30df-586b-4daa-9022-6ffdb615a8bc" providerId="ADAL" clId="{E0E6C6E8-8389-4BA8-8E2F-9D1A1906329C}" dt="2024-04-09T11:54:19.188" v="4079" actId="20577"/>
          <ac:cxnSpMkLst>
            <pc:docMk/>
            <pc:sldMk cId="1171612192" sldId="259"/>
            <ac:cxnSpMk id="27" creationId="{E1279C15-66BC-3AE8-A6E7-0D260807C43E}"/>
          </ac:cxnSpMkLst>
        </pc:cxnChg>
        <pc:cxnChg chg="add mod">
          <ac:chgData name="Harish Sahu" userId="cd5f30df-586b-4daa-9022-6ffdb615a8bc" providerId="ADAL" clId="{E0E6C6E8-8389-4BA8-8E2F-9D1A1906329C}" dt="2024-04-09T12:00:37.010" v="4150" actId="14100"/>
          <ac:cxnSpMkLst>
            <pc:docMk/>
            <pc:sldMk cId="1171612192" sldId="259"/>
            <ac:cxnSpMk id="34" creationId="{C11643E2-48E8-56CE-9CF7-51A9D3E75AD1}"/>
          </ac:cxnSpMkLst>
        </pc:cxnChg>
      </pc:sldChg>
      <pc:sldChg chg="modSp add mod">
        <pc:chgData name="Harish Sahu" userId="cd5f30df-586b-4daa-9022-6ffdb615a8bc" providerId="ADAL" clId="{E0E6C6E8-8389-4BA8-8E2F-9D1A1906329C}" dt="2024-04-10T13:39:59.737" v="4955" actId="20577"/>
        <pc:sldMkLst>
          <pc:docMk/>
          <pc:sldMk cId="1280831923" sldId="260"/>
        </pc:sldMkLst>
        <pc:spChg chg="mod">
          <ac:chgData name="Harish Sahu" userId="cd5f30df-586b-4daa-9022-6ffdb615a8bc" providerId="ADAL" clId="{E0E6C6E8-8389-4BA8-8E2F-9D1A1906329C}" dt="2024-04-09T11:11:26.926" v="3225" actId="20577"/>
          <ac:spMkLst>
            <pc:docMk/>
            <pc:sldMk cId="1280831923" sldId="260"/>
            <ac:spMk id="3" creationId="{2BEA0E70-7B7B-098D-1820-8AB7507A02E2}"/>
          </ac:spMkLst>
        </pc:spChg>
        <pc:spChg chg="mod">
          <ac:chgData name="Harish Sahu" userId="cd5f30df-586b-4daa-9022-6ffdb615a8bc" providerId="ADAL" clId="{E0E6C6E8-8389-4BA8-8E2F-9D1A1906329C}" dt="2024-04-10T13:39:59.737" v="4955" actId="20577"/>
          <ac:spMkLst>
            <pc:docMk/>
            <pc:sldMk cId="1280831923" sldId="260"/>
            <ac:spMk id="5" creationId="{F5C0D10D-8A6C-53D1-1F48-493051252A3A}"/>
          </ac:spMkLst>
        </pc:spChg>
      </pc:sldChg>
      <pc:sldChg chg="add del">
        <pc:chgData name="Harish Sahu" userId="cd5f30df-586b-4daa-9022-6ffdb615a8bc" providerId="ADAL" clId="{E0E6C6E8-8389-4BA8-8E2F-9D1A1906329C}" dt="2024-04-09T07:16:04.589" v="1049" actId="47"/>
        <pc:sldMkLst>
          <pc:docMk/>
          <pc:sldMk cId="3249704440" sldId="260"/>
        </pc:sldMkLst>
      </pc:sldChg>
      <pc:sldChg chg="add del">
        <pc:chgData name="Harish Sahu" userId="cd5f30df-586b-4daa-9022-6ffdb615a8bc" providerId="ADAL" clId="{E0E6C6E8-8389-4BA8-8E2F-9D1A1906329C}" dt="2024-04-09T07:16:50.905" v="1051" actId="47"/>
        <pc:sldMkLst>
          <pc:docMk/>
          <pc:sldMk cId="4279165787" sldId="260"/>
        </pc:sldMkLst>
      </pc:sldChg>
      <pc:sldChg chg="modSp add mod">
        <pc:chgData name="Harish Sahu" userId="cd5f30df-586b-4daa-9022-6ffdb615a8bc" providerId="ADAL" clId="{E0E6C6E8-8389-4BA8-8E2F-9D1A1906329C}" dt="2024-04-10T10:03:32.285" v="4935" actId="33524"/>
        <pc:sldMkLst>
          <pc:docMk/>
          <pc:sldMk cId="1901616797" sldId="261"/>
        </pc:sldMkLst>
        <pc:spChg chg="mod">
          <ac:chgData name="Harish Sahu" userId="cd5f30df-586b-4daa-9022-6ffdb615a8bc" providerId="ADAL" clId="{E0E6C6E8-8389-4BA8-8E2F-9D1A1906329C}" dt="2024-04-09T11:39:28.016" v="3706" actId="313"/>
          <ac:spMkLst>
            <pc:docMk/>
            <pc:sldMk cId="1901616797" sldId="261"/>
            <ac:spMk id="3" creationId="{2BEA0E70-7B7B-098D-1820-8AB7507A02E2}"/>
          </ac:spMkLst>
        </pc:spChg>
        <pc:spChg chg="mod">
          <ac:chgData name="Harish Sahu" userId="cd5f30df-586b-4daa-9022-6ffdb615a8bc" providerId="ADAL" clId="{E0E6C6E8-8389-4BA8-8E2F-9D1A1906329C}" dt="2024-04-10T10:03:32.285" v="4935" actId="33524"/>
          <ac:spMkLst>
            <pc:docMk/>
            <pc:sldMk cId="1901616797" sldId="261"/>
            <ac:spMk id="5" creationId="{F5C0D10D-8A6C-53D1-1F48-493051252A3A}"/>
          </ac:spMkLst>
        </pc:spChg>
      </pc:sldChg>
      <pc:sldChg chg="modSp add mod">
        <pc:chgData name="Harish Sahu" userId="cd5f30df-586b-4daa-9022-6ffdb615a8bc" providerId="ADAL" clId="{E0E6C6E8-8389-4BA8-8E2F-9D1A1906329C}" dt="2024-04-09T12:11:06.203" v="4827" actId="20577"/>
        <pc:sldMkLst>
          <pc:docMk/>
          <pc:sldMk cId="3274486935" sldId="262"/>
        </pc:sldMkLst>
        <pc:spChg chg="mod">
          <ac:chgData name="Harish Sahu" userId="cd5f30df-586b-4daa-9022-6ffdb615a8bc" providerId="ADAL" clId="{E0E6C6E8-8389-4BA8-8E2F-9D1A1906329C}" dt="2024-04-09T07:22:17.990" v="1112"/>
          <ac:spMkLst>
            <pc:docMk/>
            <pc:sldMk cId="3274486935" sldId="262"/>
            <ac:spMk id="3" creationId="{2BEA0E70-7B7B-098D-1820-8AB7507A02E2}"/>
          </ac:spMkLst>
        </pc:spChg>
        <pc:spChg chg="mod">
          <ac:chgData name="Harish Sahu" userId="cd5f30df-586b-4daa-9022-6ffdb615a8bc" providerId="ADAL" clId="{E0E6C6E8-8389-4BA8-8E2F-9D1A1906329C}" dt="2024-04-09T12:11:06.203" v="4827" actId="20577"/>
          <ac:spMkLst>
            <pc:docMk/>
            <pc:sldMk cId="3274486935" sldId="262"/>
            <ac:spMk id="5" creationId="{F5C0D10D-8A6C-53D1-1F48-493051252A3A}"/>
          </ac:spMkLst>
        </pc:spChg>
      </pc:sldChg>
      <pc:sldChg chg="modSp add mod">
        <pc:chgData name="Harish Sahu" userId="cd5f30df-586b-4daa-9022-6ffdb615a8bc" providerId="ADAL" clId="{E0E6C6E8-8389-4BA8-8E2F-9D1A1906329C}" dt="2024-04-11T05:27:14.496" v="5063" actId="20577"/>
        <pc:sldMkLst>
          <pc:docMk/>
          <pc:sldMk cId="3892345645" sldId="263"/>
        </pc:sldMkLst>
        <pc:spChg chg="mod">
          <ac:chgData name="Harish Sahu" userId="cd5f30df-586b-4daa-9022-6ffdb615a8bc" providerId="ADAL" clId="{E0E6C6E8-8389-4BA8-8E2F-9D1A1906329C}" dt="2024-04-09T12:09:42.469" v="4763" actId="20577"/>
          <ac:spMkLst>
            <pc:docMk/>
            <pc:sldMk cId="3892345645" sldId="263"/>
            <ac:spMk id="3" creationId="{2BEA0E70-7B7B-098D-1820-8AB7507A02E2}"/>
          </ac:spMkLst>
        </pc:spChg>
        <pc:spChg chg="mod">
          <ac:chgData name="Harish Sahu" userId="cd5f30df-586b-4daa-9022-6ffdb615a8bc" providerId="ADAL" clId="{E0E6C6E8-8389-4BA8-8E2F-9D1A1906329C}" dt="2024-04-11T05:27:14.496" v="5063" actId="20577"/>
          <ac:spMkLst>
            <pc:docMk/>
            <pc:sldMk cId="3892345645" sldId="263"/>
            <ac:spMk id="5" creationId="{F5C0D10D-8A6C-53D1-1F48-493051252A3A}"/>
          </ac:spMkLst>
        </pc:spChg>
      </pc:sldChg>
      <pc:sldChg chg="modSp add del mod">
        <pc:chgData name="Harish Sahu" userId="cd5f30df-586b-4daa-9022-6ffdb615a8bc" providerId="ADAL" clId="{E0E6C6E8-8389-4BA8-8E2F-9D1A1906329C}" dt="2024-04-11T05:26:03.144" v="4978" actId="2696"/>
        <pc:sldMkLst>
          <pc:docMk/>
          <pc:sldMk cId="1305430139" sldId="264"/>
        </pc:sldMkLst>
        <pc:spChg chg="mod">
          <ac:chgData name="Harish Sahu" userId="cd5f30df-586b-4daa-9022-6ffdb615a8bc" providerId="ADAL" clId="{E0E6C6E8-8389-4BA8-8E2F-9D1A1906329C}" dt="2024-04-09T07:23:50.132" v="1174" actId="20577"/>
          <ac:spMkLst>
            <pc:docMk/>
            <pc:sldMk cId="1305430139" sldId="264"/>
            <ac:spMk id="3" creationId="{2BEA0E70-7B7B-098D-1820-8AB7507A02E2}"/>
          </ac:spMkLst>
        </pc:spChg>
        <pc:spChg chg="mod">
          <ac:chgData name="Harish Sahu" userId="cd5f30df-586b-4daa-9022-6ffdb615a8bc" providerId="ADAL" clId="{E0E6C6E8-8389-4BA8-8E2F-9D1A1906329C}" dt="2024-04-10T10:01:58.094" v="4840" actId="6549"/>
          <ac:spMkLst>
            <pc:docMk/>
            <pc:sldMk cId="1305430139" sldId="264"/>
            <ac:spMk id="5" creationId="{F5C0D10D-8A6C-53D1-1F48-493051252A3A}"/>
          </ac:spMkLst>
        </pc:spChg>
      </pc:sldChg>
      <pc:sldChg chg="modSp add del mod">
        <pc:chgData name="Harish Sahu" userId="cd5f30df-586b-4daa-9022-6ffdb615a8bc" providerId="ADAL" clId="{E0E6C6E8-8389-4BA8-8E2F-9D1A1906329C}" dt="2024-04-11T05:26:03.144" v="4978" actId="2696"/>
        <pc:sldMkLst>
          <pc:docMk/>
          <pc:sldMk cId="1605890602" sldId="265"/>
        </pc:sldMkLst>
        <pc:spChg chg="mod">
          <ac:chgData name="Harish Sahu" userId="cd5f30df-586b-4daa-9022-6ffdb615a8bc" providerId="ADAL" clId="{E0E6C6E8-8389-4BA8-8E2F-9D1A1906329C}" dt="2024-04-09T07:24:09.624" v="1203" actId="20577"/>
          <ac:spMkLst>
            <pc:docMk/>
            <pc:sldMk cId="1605890602" sldId="265"/>
            <ac:spMk id="3" creationId="{2BEA0E70-7B7B-098D-1820-8AB7507A02E2}"/>
          </ac:spMkLst>
        </pc:spChg>
        <pc:spChg chg="mod">
          <ac:chgData name="Harish Sahu" userId="cd5f30df-586b-4daa-9022-6ffdb615a8bc" providerId="ADAL" clId="{E0E6C6E8-8389-4BA8-8E2F-9D1A1906329C}" dt="2024-04-09T07:28:23.371" v="1426" actId="20577"/>
          <ac:spMkLst>
            <pc:docMk/>
            <pc:sldMk cId="1605890602" sldId="265"/>
            <ac:spMk id="5" creationId="{F5C0D10D-8A6C-53D1-1F48-493051252A3A}"/>
          </ac:spMkLst>
        </pc:spChg>
      </pc:sldChg>
      <pc:sldChg chg="addSp delSp modSp add mod">
        <pc:chgData name="Harish Sahu" userId="cd5f30df-586b-4daa-9022-6ffdb615a8bc" providerId="ADAL" clId="{E0E6C6E8-8389-4BA8-8E2F-9D1A1906329C}" dt="2024-04-11T05:13:17.576" v="4967" actId="1582"/>
        <pc:sldMkLst>
          <pc:docMk/>
          <pc:sldMk cId="233581776" sldId="266"/>
        </pc:sldMkLst>
        <pc:spChg chg="add del mod">
          <ac:chgData name="Harish Sahu" userId="cd5f30df-586b-4daa-9022-6ffdb615a8bc" providerId="ADAL" clId="{E0E6C6E8-8389-4BA8-8E2F-9D1A1906329C}" dt="2024-04-11T05:13:02" v="4964" actId="478"/>
          <ac:spMkLst>
            <pc:docMk/>
            <pc:sldMk cId="233581776" sldId="266"/>
            <ac:spMk id="2" creationId="{EEDB3733-5E5B-C1EC-6375-AA6E0B2D6333}"/>
          </ac:spMkLst>
        </pc:spChg>
        <pc:spChg chg="mod">
          <ac:chgData name="Harish Sahu" userId="cd5f30df-586b-4daa-9022-6ffdb615a8bc" providerId="ADAL" clId="{E0E6C6E8-8389-4BA8-8E2F-9D1A1906329C}" dt="2024-04-09T11:10:35.460" v="3190"/>
          <ac:spMkLst>
            <pc:docMk/>
            <pc:sldMk cId="233581776" sldId="266"/>
            <ac:spMk id="3" creationId="{2BEA0E70-7B7B-098D-1820-8AB7507A02E2}"/>
          </ac:spMkLst>
        </pc:spChg>
        <pc:spChg chg="mod">
          <ac:chgData name="Harish Sahu" userId="cd5f30df-586b-4daa-9022-6ffdb615a8bc" providerId="ADAL" clId="{E0E6C6E8-8389-4BA8-8E2F-9D1A1906329C}" dt="2024-04-09T09:32:50.195" v="2010" actId="20577"/>
          <ac:spMkLst>
            <pc:docMk/>
            <pc:sldMk cId="233581776" sldId="266"/>
            <ac:spMk id="5" creationId="{F5C0D10D-8A6C-53D1-1F48-493051252A3A}"/>
          </ac:spMkLst>
        </pc:spChg>
        <pc:spChg chg="add mod">
          <ac:chgData name="Harish Sahu" userId="cd5f30df-586b-4daa-9022-6ffdb615a8bc" providerId="ADAL" clId="{E0E6C6E8-8389-4BA8-8E2F-9D1A1906329C}" dt="2024-04-09T09:36:19.651" v="2103" actId="14100"/>
          <ac:spMkLst>
            <pc:docMk/>
            <pc:sldMk cId="233581776" sldId="266"/>
            <ac:spMk id="8" creationId="{99E2BDE6-217D-7331-7121-B10346FAB5D3}"/>
          </ac:spMkLst>
        </pc:spChg>
        <pc:spChg chg="add mod">
          <ac:chgData name="Harish Sahu" userId="cd5f30df-586b-4daa-9022-6ffdb615a8bc" providerId="ADAL" clId="{E0E6C6E8-8389-4BA8-8E2F-9D1A1906329C}" dt="2024-04-11T05:12:37.614" v="4961" actId="108"/>
          <ac:spMkLst>
            <pc:docMk/>
            <pc:sldMk cId="233581776" sldId="266"/>
            <ac:spMk id="13" creationId="{CBD57C40-B9C3-0CB7-6460-9B223172EE88}"/>
          </ac:spMkLst>
        </pc:spChg>
        <pc:spChg chg="add mod">
          <ac:chgData name="Harish Sahu" userId="cd5f30df-586b-4daa-9022-6ffdb615a8bc" providerId="ADAL" clId="{E0E6C6E8-8389-4BA8-8E2F-9D1A1906329C}" dt="2024-04-09T09:37:16.893" v="2145" actId="1076"/>
          <ac:spMkLst>
            <pc:docMk/>
            <pc:sldMk cId="233581776" sldId="266"/>
            <ac:spMk id="15" creationId="{3A043444-7CF5-6690-0B59-825047F954B9}"/>
          </ac:spMkLst>
        </pc:spChg>
        <pc:spChg chg="add mod">
          <ac:chgData name="Harish Sahu" userId="cd5f30df-586b-4daa-9022-6ffdb615a8bc" providerId="ADAL" clId="{E0E6C6E8-8389-4BA8-8E2F-9D1A1906329C}" dt="2024-04-09T10:35:04.809" v="2898" actId="108"/>
          <ac:spMkLst>
            <pc:docMk/>
            <pc:sldMk cId="233581776" sldId="266"/>
            <ac:spMk id="17" creationId="{656F07CE-E6F0-D75E-621C-E389409B8DB4}"/>
          </ac:spMkLst>
        </pc:spChg>
        <pc:spChg chg="add mod">
          <ac:chgData name="Harish Sahu" userId="cd5f30df-586b-4daa-9022-6ffdb615a8bc" providerId="ADAL" clId="{E0E6C6E8-8389-4BA8-8E2F-9D1A1906329C}" dt="2024-04-09T09:36:27.100" v="2104" actId="1076"/>
          <ac:spMkLst>
            <pc:docMk/>
            <pc:sldMk cId="233581776" sldId="266"/>
            <ac:spMk id="18" creationId="{685AF323-175D-46AC-2AE1-71311DE0AC6D}"/>
          </ac:spMkLst>
        </pc:spChg>
        <pc:spChg chg="add mod">
          <ac:chgData name="Harish Sahu" userId="cd5f30df-586b-4daa-9022-6ffdb615a8bc" providerId="ADAL" clId="{E0E6C6E8-8389-4BA8-8E2F-9D1A1906329C}" dt="2024-04-09T10:35:07.682" v="2899" actId="108"/>
          <ac:spMkLst>
            <pc:docMk/>
            <pc:sldMk cId="233581776" sldId="266"/>
            <ac:spMk id="20" creationId="{31689436-B8B4-00F7-0BCB-0FD8D0A86B52}"/>
          </ac:spMkLst>
        </pc:spChg>
        <pc:spChg chg="add mod">
          <ac:chgData name="Harish Sahu" userId="cd5f30df-586b-4daa-9022-6ffdb615a8bc" providerId="ADAL" clId="{E0E6C6E8-8389-4BA8-8E2F-9D1A1906329C}" dt="2024-04-09T09:49:13.875" v="2153" actId="14100"/>
          <ac:spMkLst>
            <pc:docMk/>
            <pc:sldMk cId="233581776" sldId="266"/>
            <ac:spMk id="32" creationId="{F7B5FCBE-CCA2-01A2-A7B3-3221833FFB2E}"/>
          </ac:spMkLst>
        </pc:spChg>
        <pc:spChg chg="add mod">
          <ac:chgData name="Harish Sahu" userId="cd5f30df-586b-4daa-9022-6ffdb615a8bc" providerId="ADAL" clId="{E0E6C6E8-8389-4BA8-8E2F-9D1A1906329C}" dt="2024-04-11T05:13:17.576" v="4967" actId="1582"/>
          <ac:spMkLst>
            <pc:docMk/>
            <pc:sldMk cId="233581776" sldId="266"/>
            <ac:spMk id="34" creationId="{3C05CCCD-BD56-4EFC-9F75-6321FEAB2ABF}"/>
          </ac:spMkLst>
        </pc:spChg>
        <pc:spChg chg="add mod">
          <ac:chgData name="Harish Sahu" userId="cd5f30df-586b-4daa-9022-6ffdb615a8bc" providerId="ADAL" clId="{E0E6C6E8-8389-4BA8-8E2F-9D1A1906329C}" dt="2024-04-09T09:51:52.791" v="2188" actId="1076"/>
          <ac:spMkLst>
            <pc:docMk/>
            <pc:sldMk cId="233581776" sldId="266"/>
            <ac:spMk id="40" creationId="{A922843E-B3AA-D6BB-A881-7AD36AB22677}"/>
          </ac:spMkLst>
        </pc:spChg>
        <pc:spChg chg="add mod">
          <ac:chgData name="Harish Sahu" userId="cd5f30df-586b-4daa-9022-6ffdb615a8bc" providerId="ADAL" clId="{E0E6C6E8-8389-4BA8-8E2F-9D1A1906329C}" dt="2024-04-09T10:35:20.330" v="2903" actId="1076"/>
          <ac:spMkLst>
            <pc:docMk/>
            <pc:sldMk cId="233581776" sldId="266"/>
            <ac:spMk id="42" creationId="{3903403D-4612-07E2-85BF-7AFB9EB62BB2}"/>
          </ac:spMkLst>
        </pc:spChg>
        <pc:spChg chg="add mod">
          <ac:chgData name="Harish Sahu" userId="cd5f30df-586b-4daa-9022-6ffdb615a8bc" providerId="ADAL" clId="{E0E6C6E8-8389-4BA8-8E2F-9D1A1906329C}" dt="2024-04-09T09:53:01.573" v="2196" actId="1076"/>
          <ac:spMkLst>
            <pc:docMk/>
            <pc:sldMk cId="233581776" sldId="266"/>
            <ac:spMk id="48" creationId="{DB0FD64C-2DCF-1FF8-E115-9B0CD75B2CA5}"/>
          </ac:spMkLst>
        </pc:spChg>
        <pc:spChg chg="add mod">
          <ac:chgData name="Harish Sahu" userId="cd5f30df-586b-4daa-9022-6ffdb615a8bc" providerId="ADAL" clId="{E0E6C6E8-8389-4BA8-8E2F-9D1A1906329C}" dt="2024-04-09T09:53:01.573" v="2196" actId="1076"/>
          <ac:spMkLst>
            <pc:docMk/>
            <pc:sldMk cId="233581776" sldId="266"/>
            <ac:spMk id="50" creationId="{7EDF98B2-786E-1E3E-A294-2D3D808D2661}"/>
          </ac:spMkLst>
        </pc:spChg>
        <pc:spChg chg="add del mod">
          <ac:chgData name="Harish Sahu" userId="cd5f30df-586b-4daa-9022-6ffdb615a8bc" providerId="ADAL" clId="{E0E6C6E8-8389-4BA8-8E2F-9D1A1906329C}" dt="2024-04-09T10:36:04.175" v="2911" actId="478"/>
          <ac:spMkLst>
            <pc:docMk/>
            <pc:sldMk cId="233581776" sldId="266"/>
            <ac:spMk id="51" creationId="{1138D7CE-9694-E171-799A-F2C41593E1EC}"/>
          </ac:spMkLst>
        </pc:spChg>
        <pc:spChg chg="add mod">
          <ac:chgData name="Harish Sahu" userId="cd5f30df-586b-4daa-9022-6ffdb615a8bc" providerId="ADAL" clId="{E0E6C6E8-8389-4BA8-8E2F-9D1A1906329C}" dt="2024-04-09T10:35:27.610" v="2905" actId="108"/>
          <ac:spMkLst>
            <pc:docMk/>
            <pc:sldMk cId="233581776" sldId="266"/>
            <ac:spMk id="53" creationId="{5D1384FD-C79D-5BF0-0DA9-C928C920EAF5}"/>
          </ac:spMkLst>
        </pc:spChg>
        <pc:spChg chg="add mod">
          <ac:chgData name="Harish Sahu" userId="cd5f30df-586b-4daa-9022-6ffdb615a8bc" providerId="ADAL" clId="{E0E6C6E8-8389-4BA8-8E2F-9D1A1906329C}" dt="2024-04-09T09:55:01.762" v="2250" actId="1076"/>
          <ac:spMkLst>
            <pc:docMk/>
            <pc:sldMk cId="233581776" sldId="266"/>
            <ac:spMk id="54" creationId="{DA44BC40-3044-435F-4EBB-F5A0091D95A5}"/>
          </ac:spMkLst>
        </pc:spChg>
        <pc:spChg chg="add mod">
          <ac:chgData name="Harish Sahu" userId="cd5f30df-586b-4daa-9022-6ffdb615a8bc" providerId="ADAL" clId="{E0E6C6E8-8389-4BA8-8E2F-9D1A1906329C}" dt="2024-04-09T10:35:36.834" v="2907" actId="1076"/>
          <ac:spMkLst>
            <pc:docMk/>
            <pc:sldMk cId="233581776" sldId="266"/>
            <ac:spMk id="56" creationId="{0C8B8EFF-8C85-57EE-B3F3-ECAF3797CC6B}"/>
          </ac:spMkLst>
        </pc:spChg>
        <pc:spChg chg="add del mod">
          <ac:chgData name="Harish Sahu" userId="cd5f30df-586b-4daa-9022-6ffdb615a8bc" providerId="ADAL" clId="{E0E6C6E8-8389-4BA8-8E2F-9D1A1906329C}" dt="2024-04-09T10:35:56.485" v="2910" actId="478"/>
          <ac:spMkLst>
            <pc:docMk/>
            <pc:sldMk cId="233581776" sldId="266"/>
            <ac:spMk id="57" creationId="{69B0BB35-1D9C-71BD-714F-CE12308F25DB}"/>
          </ac:spMkLst>
        </pc:spChg>
        <pc:spChg chg="add mod">
          <ac:chgData name="Harish Sahu" userId="cd5f30df-586b-4daa-9022-6ffdb615a8bc" providerId="ADAL" clId="{E0E6C6E8-8389-4BA8-8E2F-9D1A1906329C}" dt="2024-04-09T10:36:10.175" v="2912" actId="1076"/>
          <ac:spMkLst>
            <pc:docMk/>
            <pc:sldMk cId="233581776" sldId="266"/>
            <ac:spMk id="59" creationId="{526FB7B4-F5FE-8074-2CF9-B62BB97E5FA4}"/>
          </ac:spMkLst>
        </pc:spChg>
        <pc:picChg chg="add del">
          <ac:chgData name="Harish Sahu" userId="cd5f30df-586b-4daa-9022-6ffdb615a8bc" providerId="ADAL" clId="{E0E6C6E8-8389-4BA8-8E2F-9D1A1906329C}" dt="2024-04-09T09:32:55.667" v="2012" actId="22"/>
          <ac:picMkLst>
            <pc:docMk/>
            <pc:sldMk cId="233581776" sldId="266"/>
            <ac:picMk id="4" creationId="{F960A662-8C2F-87AA-76B4-428927E706BA}"/>
          </ac:picMkLst>
        </pc:picChg>
        <pc:picChg chg="add mod modCrop">
          <ac:chgData name="Harish Sahu" userId="cd5f30df-586b-4daa-9022-6ffdb615a8bc" providerId="ADAL" clId="{E0E6C6E8-8389-4BA8-8E2F-9D1A1906329C}" dt="2024-04-09T09:37:11.698" v="2144" actId="1076"/>
          <ac:picMkLst>
            <pc:docMk/>
            <pc:sldMk cId="233581776" sldId="266"/>
            <ac:picMk id="7" creationId="{EF075D72-D3BB-355C-395F-83F1C54183A7}"/>
          </ac:picMkLst>
        </pc:picChg>
        <pc:cxnChg chg="add mod">
          <ac:chgData name="Harish Sahu" userId="cd5f30df-586b-4daa-9022-6ffdb615a8bc" providerId="ADAL" clId="{E0E6C6E8-8389-4BA8-8E2F-9D1A1906329C}" dt="2024-04-09T09:37:26.556" v="2147" actId="14100"/>
          <ac:cxnSpMkLst>
            <pc:docMk/>
            <pc:sldMk cId="233581776" sldId="266"/>
            <ac:cxnSpMk id="10" creationId="{C4D1AD5C-BED5-FD9A-6FBF-49819AC936C9}"/>
          </ac:cxnSpMkLst>
        </pc:cxnChg>
        <pc:cxnChg chg="add mod">
          <ac:chgData name="Harish Sahu" userId="cd5f30df-586b-4daa-9022-6ffdb615a8bc" providerId="ADAL" clId="{E0E6C6E8-8389-4BA8-8E2F-9D1A1906329C}" dt="2024-04-09T09:37:22.013" v="2146" actId="14100"/>
          <ac:cxnSpMkLst>
            <pc:docMk/>
            <pc:sldMk cId="233581776" sldId="266"/>
            <ac:cxnSpMk id="16" creationId="{3A07C454-E028-DEC7-D272-6A691A911863}"/>
          </ac:cxnSpMkLst>
        </pc:cxnChg>
        <pc:cxnChg chg="add mod">
          <ac:chgData name="Harish Sahu" userId="cd5f30df-586b-4daa-9022-6ffdb615a8bc" providerId="ADAL" clId="{E0E6C6E8-8389-4BA8-8E2F-9D1A1906329C}" dt="2024-04-09T09:37:30.982" v="2148" actId="14100"/>
          <ac:cxnSpMkLst>
            <pc:docMk/>
            <pc:sldMk cId="233581776" sldId="266"/>
            <ac:cxnSpMk id="19" creationId="{B4A855D7-9198-FAFC-6A5B-F0BADE10BD7D}"/>
          </ac:cxnSpMkLst>
        </pc:cxnChg>
        <pc:cxnChg chg="add mod">
          <ac:chgData name="Harish Sahu" userId="cd5f30df-586b-4daa-9022-6ffdb615a8bc" providerId="ADAL" clId="{E0E6C6E8-8389-4BA8-8E2F-9D1A1906329C}" dt="2024-04-09T10:35:15.630" v="2901" actId="1076"/>
          <ac:cxnSpMkLst>
            <pc:docMk/>
            <pc:sldMk cId="233581776" sldId="266"/>
            <ac:cxnSpMk id="33" creationId="{773EF346-4BD2-C394-EAA7-B0220E9AE5FC}"/>
          </ac:cxnSpMkLst>
        </pc:cxnChg>
        <pc:cxnChg chg="add mod">
          <ac:chgData name="Harish Sahu" userId="cd5f30df-586b-4daa-9022-6ffdb615a8bc" providerId="ADAL" clId="{E0E6C6E8-8389-4BA8-8E2F-9D1A1906329C}" dt="2024-04-09T10:35:22.818" v="2904" actId="14100"/>
          <ac:cxnSpMkLst>
            <pc:docMk/>
            <pc:sldMk cId="233581776" sldId="266"/>
            <ac:cxnSpMk id="41" creationId="{CB2C0349-1749-2697-4B78-FAE47C9CEEAB}"/>
          </ac:cxnSpMkLst>
        </pc:cxnChg>
        <pc:cxnChg chg="add mod">
          <ac:chgData name="Harish Sahu" userId="cd5f30df-586b-4daa-9022-6ffdb615a8bc" providerId="ADAL" clId="{E0E6C6E8-8389-4BA8-8E2F-9D1A1906329C}" dt="2024-04-09T09:53:01.573" v="2196" actId="1076"/>
          <ac:cxnSpMkLst>
            <pc:docMk/>
            <pc:sldMk cId="233581776" sldId="266"/>
            <ac:cxnSpMk id="49" creationId="{D6286B38-C014-D129-E916-F8864109C0A1}"/>
          </ac:cxnSpMkLst>
        </pc:cxnChg>
        <pc:cxnChg chg="add mod">
          <ac:chgData name="Harish Sahu" userId="cd5f30df-586b-4daa-9022-6ffdb615a8bc" providerId="ADAL" clId="{E0E6C6E8-8389-4BA8-8E2F-9D1A1906329C}" dt="2024-04-09T10:36:04.175" v="2911" actId="478"/>
          <ac:cxnSpMkLst>
            <pc:docMk/>
            <pc:sldMk cId="233581776" sldId="266"/>
            <ac:cxnSpMk id="52" creationId="{9D997298-1D71-1106-C009-DC3E21F8109E}"/>
          </ac:cxnSpMkLst>
        </pc:cxnChg>
        <pc:cxnChg chg="add mod">
          <ac:chgData name="Harish Sahu" userId="cd5f30df-586b-4daa-9022-6ffdb615a8bc" providerId="ADAL" clId="{E0E6C6E8-8389-4BA8-8E2F-9D1A1906329C}" dt="2024-04-09T10:35:39.355" v="2908" actId="14100"/>
          <ac:cxnSpMkLst>
            <pc:docMk/>
            <pc:sldMk cId="233581776" sldId="266"/>
            <ac:cxnSpMk id="55" creationId="{FE011F21-75F4-CD87-884F-6308CBF12272}"/>
          </ac:cxnSpMkLst>
        </pc:cxnChg>
        <pc:cxnChg chg="add mod">
          <ac:chgData name="Harish Sahu" userId="cd5f30df-586b-4daa-9022-6ffdb615a8bc" providerId="ADAL" clId="{E0E6C6E8-8389-4BA8-8E2F-9D1A1906329C}" dt="2024-04-09T10:36:12.701" v="2913" actId="14100"/>
          <ac:cxnSpMkLst>
            <pc:docMk/>
            <pc:sldMk cId="233581776" sldId="266"/>
            <ac:cxnSpMk id="58" creationId="{6AF03A1D-962F-BDD2-AC99-FED52F4C9750}"/>
          </ac:cxnSpMkLst>
        </pc:cxnChg>
      </pc:sldChg>
      <pc:sldChg chg="addSp delSp modSp add mod">
        <pc:chgData name="Harish Sahu" userId="cd5f30df-586b-4daa-9022-6ffdb615a8bc" providerId="ADAL" clId="{E0E6C6E8-8389-4BA8-8E2F-9D1A1906329C}" dt="2024-04-11T05:13:46.900" v="4968" actId="108"/>
        <pc:sldMkLst>
          <pc:docMk/>
          <pc:sldMk cId="1462514818" sldId="267"/>
        </pc:sldMkLst>
        <pc:spChg chg="mod">
          <ac:chgData name="Harish Sahu" userId="cd5f30df-586b-4daa-9022-6ffdb615a8bc" providerId="ADAL" clId="{E0E6C6E8-8389-4BA8-8E2F-9D1A1906329C}" dt="2024-04-09T11:10:39.066" v="3191"/>
          <ac:spMkLst>
            <pc:docMk/>
            <pc:sldMk cId="1462514818" sldId="267"/>
            <ac:spMk id="3" creationId="{2BEA0E70-7B7B-098D-1820-8AB7507A02E2}"/>
          </ac:spMkLst>
        </pc:spChg>
        <pc:spChg chg="add mod">
          <ac:chgData name="Harish Sahu" userId="cd5f30df-586b-4daa-9022-6ffdb615a8bc" providerId="ADAL" clId="{E0E6C6E8-8389-4BA8-8E2F-9D1A1906329C}" dt="2024-04-09T10:10:25.178" v="2367" actId="1076"/>
          <ac:spMkLst>
            <pc:docMk/>
            <pc:sldMk cId="1462514818" sldId="267"/>
            <ac:spMk id="6" creationId="{7DE850DC-DF2C-08C0-78D2-8395EB920CE1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8" creationId="{99E2BDE6-217D-7331-7121-B10346FAB5D3}"/>
          </ac:spMkLst>
        </pc:spChg>
        <pc:spChg chg="add mod">
          <ac:chgData name="Harish Sahu" userId="cd5f30df-586b-4daa-9022-6ffdb615a8bc" providerId="ADAL" clId="{E0E6C6E8-8389-4BA8-8E2F-9D1A1906329C}" dt="2024-04-11T05:13:46.900" v="4968" actId="108"/>
          <ac:spMkLst>
            <pc:docMk/>
            <pc:sldMk cId="1462514818" sldId="267"/>
            <ac:spMk id="11" creationId="{51521DD1-A95C-01EC-D787-DB86C1991DA3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13" creationId="{CBD57C40-B9C3-0CB7-6460-9B223172EE88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15" creationId="{3A043444-7CF5-6690-0B59-825047F954B9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17" creationId="{656F07CE-E6F0-D75E-621C-E389409B8DB4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18" creationId="{685AF323-175D-46AC-2AE1-71311DE0AC6D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20" creationId="{31689436-B8B4-00F7-0BCB-0FD8D0A86B52}"/>
          </ac:spMkLst>
        </pc:spChg>
        <pc:spChg chg="add mod">
          <ac:chgData name="Harish Sahu" userId="cd5f30df-586b-4daa-9022-6ffdb615a8bc" providerId="ADAL" clId="{E0E6C6E8-8389-4BA8-8E2F-9D1A1906329C}" dt="2024-04-09T10:11:07.029" v="2394" actId="1076"/>
          <ac:spMkLst>
            <pc:docMk/>
            <pc:sldMk cId="1462514818" sldId="267"/>
            <ac:spMk id="22" creationId="{CC71BD1D-4D6E-F868-5F62-593357345878}"/>
          </ac:spMkLst>
        </pc:spChg>
        <pc:spChg chg="add mod">
          <ac:chgData name="Harish Sahu" userId="cd5f30df-586b-4daa-9022-6ffdb615a8bc" providerId="ADAL" clId="{E0E6C6E8-8389-4BA8-8E2F-9D1A1906329C}" dt="2024-04-09T10:36:36.084" v="2916" actId="1076"/>
          <ac:spMkLst>
            <pc:docMk/>
            <pc:sldMk cId="1462514818" sldId="267"/>
            <ac:spMk id="24" creationId="{47302CEA-EA79-A0D3-BCEE-8DDFEF372139}"/>
          </ac:spMkLst>
        </pc:spChg>
        <pc:spChg chg="add mod">
          <ac:chgData name="Harish Sahu" userId="cd5f30df-586b-4daa-9022-6ffdb615a8bc" providerId="ADAL" clId="{E0E6C6E8-8389-4BA8-8E2F-9D1A1906329C}" dt="2024-04-09T10:12:33.558" v="2473" actId="14100"/>
          <ac:spMkLst>
            <pc:docMk/>
            <pc:sldMk cId="1462514818" sldId="267"/>
            <ac:spMk id="31" creationId="{5E1A5C0D-5B8C-FE27-08CC-85D63BA19E61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32" creationId="{F7B5FCBE-CCA2-01A2-A7B3-3221833FFB2E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34" creationId="{3C05CCCD-BD56-4EFC-9F75-6321FEAB2ABF}"/>
          </ac:spMkLst>
        </pc:spChg>
        <pc:spChg chg="add mod">
          <ac:chgData name="Harish Sahu" userId="cd5f30df-586b-4daa-9022-6ffdb615a8bc" providerId="ADAL" clId="{E0E6C6E8-8389-4BA8-8E2F-9D1A1906329C}" dt="2024-04-09T10:36:45.597" v="2918" actId="14100"/>
          <ac:spMkLst>
            <pc:docMk/>
            <pc:sldMk cId="1462514818" sldId="267"/>
            <ac:spMk id="36" creationId="{7D14F61F-D9DF-5C05-BAE0-0DBFE34E4454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40" creationId="{A922843E-B3AA-D6BB-A881-7AD36AB22677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42" creationId="{3903403D-4612-07E2-85BF-7AFB9EB62BB2}"/>
          </ac:spMkLst>
        </pc:spChg>
        <pc:spChg chg="add mod">
          <ac:chgData name="Harish Sahu" userId="cd5f30df-586b-4daa-9022-6ffdb615a8bc" providerId="ADAL" clId="{E0E6C6E8-8389-4BA8-8E2F-9D1A1906329C}" dt="2024-04-09T10:21:57.100" v="2621" actId="14100"/>
          <ac:spMkLst>
            <pc:docMk/>
            <pc:sldMk cId="1462514818" sldId="267"/>
            <ac:spMk id="45" creationId="{01A9608C-22E4-961F-02ED-0F8994D62740}"/>
          </ac:spMkLst>
        </pc:spChg>
        <pc:spChg chg="add mod">
          <ac:chgData name="Harish Sahu" userId="cd5f30df-586b-4daa-9022-6ffdb615a8bc" providerId="ADAL" clId="{E0E6C6E8-8389-4BA8-8E2F-9D1A1906329C}" dt="2024-04-09T10:34:48.530" v="2896" actId="1076"/>
          <ac:spMkLst>
            <pc:docMk/>
            <pc:sldMk cId="1462514818" sldId="267"/>
            <ac:spMk id="47" creationId="{1839625F-E277-57B4-B5DE-2B5ABA85FE53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51" creationId="{1138D7CE-9694-E171-799A-F2C41593E1EC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53" creationId="{5D1384FD-C79D-5BF0-0DA9-C928C920EAF5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54" creationId="{DA44BC40-3044-435F-4EBB-F5A0091D95A5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56" creationId="{0C8B8EFF-8C85-57EE-B3F3-ECAF3797CC6B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57" creationId="{69B0BB35-1D9C-71BD-714F-CE12308F25DB}"/>
          </ac:spMkLst>
        </pc:spChg>
        <pc:spChg chg="del">
          <ac:chgData name="Harish Sahu" userId="cd5f30df-586b-4daa-9022-6ffdb615a8bc" providerId="ADAL" clId="{E0E6C6E8-8389-4BA8-8E2F-9D1A1906329C}" dt="2024-04-09T10:09:01.127" v="2352" actId="478"/>
          <ac:spMkLst>
            <pc:docMk/>
            <pc:sldMk cId="1462514818" sldId="267"/>
            <ac:spMk id="59" creationId="{526FB7B4-F5FE-8074-2CF9-B62BB97E5FA4}"/>
          </ac:spMkLst>
        </pc:spChg>
        <pc:spChg chg="add mod">
          <ac:chgData name="Harish Sahu" userId="cd5f30df-586b-4daa-9022-6ffdb615a8bc" providerId="ADAL" clId="{E0E6C6E8-8389-4BA8-8E2F-9D1A1906329C}" dt="2024-04-09T10:24:06.922" v="2753" actId="1076"/>
          <ac:spMkLst>
            <pc:docMk/>
            <pc:sldMk cId="1462514818" sldId="267"/>
            <ac:spMk id="62" creationId="{0F487900-5460-5DED-E112-94A6D8420CC2}"/>
          </ac:spMkLst>
        </pc:spChg>
        <pc:spChg chg="add mod">
          <ac:chgData name="Harish Sahu" userId="cd5f30df-586b-4daa-9022-6ffdb615a8bc" providerId="ADAL" clId="{E0E6C6E8-8389-4BA8-8E2F-9D1A1906329C}" dt="2024-04-09T10:36:31.587" v="2914" actId="1076"/>
          <ac:spMkLst>
            <pc:docMk/>
            <pc:sldMk cId="1462514818" sldId="267"/>
            <ac:spMk id="64" creationId="{09D7E92A-1050-5DC7-B096-E315A5B50F62}"/>
          </ac:spMkLst>
        </pc:spChg>
        <pc:spChg chg="add del mod">
          <ac:chgData name="Harish Sahu" userId="cd5f30df-586b-4daa-9022-6ffdb615a8bc" providerId="ADAL" clId="{E0E6C6E8-8389-4BA8-8E2F-9D1A1906329C}" dt="2024-04-09T10:24:17.912" v="2757" actId="478"/>
          <ac:spMkLst>
            <pc:docMk/>
            <pc:sldMk cId="1462514818" sldId="267"/>
            <ac:spMk id="69" creationId="{52A640A5-E6DA-78D2-D204-2BE0EF7F3ED1}"/>
          </ac:spMkLst>
        </pc:spChg>
        <pc:spChg chg="add mod">
          <ac:chgData name="Harish Sahu" userId="cd5f30df-586b-4daa-9022-6ffdb615a8bc" providerId="ADAL" clId="{E0E6C6E8-8389-4BA8-8E2F-9D1A1906329C}" dt="2024-04-09T10:34:41.132" v="2894" actId="108"/>
          <ac:spMkLst>
            <pc:docMk/>
            <pc:sldMk cId="1462514818" sldId="267"/>
            <ac:spMk id="71" creationId="{83C27820-E880-9B95-9C79-19CF7178E5DD}"/>
          </ac:spMkLst>
        </pc:spChg>
        <pc:picChg chg="add mod modCrop">
          <ac:chgData name="Harish Sahu" userId="cd5f30df-586b-4daa-9022-6ffdb615a8bc" providerId="ADAL" clId="{E0E6C6E8-8389-4BA8-8E2F-9D1A1906329C}" dt="2024-04-09T10:34:13.022" v="2888" actId="1076"/>
          <ac:picMkLst>
            <pc:docMk/>
            <pc:sldMk cId="1462514818" sldId="267"/>
            <ac:picMk id="4" creationId="{19144AB9-B54B-6080-2ED4-14107F9AF221}"/>
          </ac:picMkLst>
        </pc:picChg>
        <pc:picChg chg="del">
          <ac:chgData name="Harish Sahu" userId="cd5f30df-586b-4daa-9022-6ffdb615a8bc" providerId="ADAL" clId="{E0E6C6E8-8389-4BA8-8E2F-9D1A1906329C}" dt="2024-04-09T10:09:01.127" v="2352" actId="478"/>
          <ac:picMkLst>
            <pc:docMk/>
            <pc:sldMk cId="1462514818" sldId="267"/>
            <ac:picMk id="7" creationId="{EF075D72-D3BB-355C-395F-83F1C54183A7}"/>
          </ac:picMkLst>
        </pc:picChg>
        <pc:cxnChg chg="add mod">
          <ac:chgData name="Harish Sahu" userId="cd5f30df-586b-4daa-9022-6ffdb615a8bc" providerId="ADAL" clId="{E0E6C6E8-8389-4BA8-8E2F-9D1A1906329C}" dt="2024-04-09T10:36:33.464" v="2915" actId="1076"/>
          <ac:cxnSpMkLst>
            <pc:docMk/>
            <pc:sldMk cId="1462514818" sldId="267"/>
            <ac:cxnSpMk id="9" creationId="{D935C7EA-45FB-7578-0C9C-517BAA923092}"/>
          </ac:cxnSpMkLst>
        </pc:cxnChg>
        <pc:cxnChg chg="del mod">
          <ac:chgData name="Harish Sahu" userId="cd5f30df-586b-4daa-9022-6ffdb615a8bc" providerId="ADAL" clId="{E0E6C6E8-8389-4BA8-8E2F-9D1A1906329C}" dt="2024-04-09T10:09:01.127" v="2352" actId="478"/>
          <ac:cxnSpMkLst>
            <pc:docMk/>
            <pc:sldMk cId="1462514818" sldId="267"/>
            <ac:cxnSpMk id="10" creationId="{C4D1AD5C-BED5-FD9A-6FBF-49819AC936C9}"/>
          </ac:cxnSpMkLst>
        </pc:cxnChg>
        <pc:cxnChg chg="del mod">
          <ac:chgData name="Harish Sahu" userId="cd5f30df-586b-4daa-9022-6ffdb615a8bc" providerId="ADAL" clId="{E0E6C6E8-8389-4BA8-8E2F-9D1A1906329C}" dt="2024-04-09T10:09:01.127" v="2352" actId="478"/>
          <ac:cxnSpMkLst>
            <pc:docMk/>
            <pc:sldMk cId="1462514818" sldId="267"/>
            <ac:cxnSpMk id="16" creationId="{3A07C454-E028-DEC7-D272-6A691A911863}"/>
          </ac:cxnSpMkLst>
        </pc:cxnChg>
        <pc:cxnChg chg="del mod">
          <ac:chgData name="Harish Sahu" userId="cd5f30df-586b-4daa-9022-6ffdb615a8bc" providerId="ADAL" clId="{E0E6C6E8-8389-4BA8-8E2F-9D1A1906329C}" dt="2024-04-09T10:09:01.127" v="2352" actId="478"/>
          <ac:cxnSpMkLst>
            <pc:docMk/>
            <pc:sldMk cId="1462514818" sldId="267"/>
            <ac:cxnSpMk id="19" creationId="{B4A855D7-9198-FAFC-6A5B-F0BADE10BD7D}"/>
          </ac:cxnSpMkLst>
        </pc:cxnChg>
        <pc:cxnChg chg="add mod">
          <ac:chgData name="Harish Sahu" userId="cd5f30df-586b-4daa-9022-6ffdb615a8bc" providerId="ADAL" clId="{E0E6C6E8-8389-4BA8-8E2F-9D1A1906329C}" dt="2024-04-09T10:36:36.084" v="2916" actId="1076"/>
          <ac:cxnSpMkLst>
            <pc:docMk/>
            <pc:sldMk cId="1462514818" sldId="267"/>
            <ac:cxnSpMk id="23" creationId="{E584DCCF-2CBE-0AFB-0679-D157477BE8B5}"/>
          </ac:cxnSpMkLst>
        </pc:cxnChg>
        <pc:cxnChg chg="del mod">
          <ac:chgData name="Harish Sahu" userId="cd5f30df-586b-4daa-9022-6ffdb615a8bc" providerId="ADAL" clId="{E0E6C6E8-8389-4BA8-8E2F-9D1A1906329C}" dt="2024-04-09T10:09:01.127" v="2352" actId="478"/>
          <ac:cxnSpMkLst>
            <pc:docMk/>
            <pc:sldMk cId="1462514818" sldId="267"/>
            <ac:cxnSpMk id="33" creationId="{773EF346-4BD2-C394-EAA7-B0220E9AE5FC}"/>
          </ac:cxnSpMkLst>
        </pc:cxnChg>
        <pc:cxnChg chg="add mod">
          <ac:chgData name="Harish Sahu" userId="cd5f30df-586b-4daa-9022-6ffdb615a8bc" providerId="ADAL" clId="{E0E6C6E8-8389-4BA8-8E2F-9D1A1906329C}" dt="2024-04-09T10:36:45.597" v="2918" actId="14100"/>
          <ac:cxnSpMkLst>
            <pc:docMk/>
            <pc:sldMk cId="1462514818" sldId="267"/>
            <ac:cxnSpMk id="35" creationId="{261F48DF-8F52-1C4B-F559-FA2388342C0E}"/>
          </ac:cxnSpMkLst>
        </pc:cxnChg>
        <pc:cxnChg chg="del mod">
          <ac:chgData name="Harish Sahu" userId="cd5f30df-586b-4daa-9022-6ffdb615a8bc" providerId="ADAL" clId="{E0E6C6E8-8389-4BA8-8E2F-9D1A1906329C}" dt="2024-04-09T10:09:01.127" v="2352" actId="478"/>
          <ac:cxnSpMkLst>
            <pc:docMk/>
            <pc:sldMk cId="1462514818" sldId="267"/>
            <ac:cxnSpMk id="41" creationId="{CB2C0349-1749-2697-4B78-FAE47C9CEEAB}"/>
          </ac:cxnSpMkLst>
        </pc:cxnChg>
        <pc:cxnChg chg="add mod">
          <ac:chgData name="Harish Sahu" userId="cd5f30df-586b-4daa-9022-6ffdb615a8bc" providerId="ADAL" clId="{E0E6C6E8-8389-4BA8-8E2F-9D1A1906329C}" dt="2024-04-09T10:34:48.530" v="2896" actId="1076"/>
          <ac:cxnSpMkLst>
            <pc:docMk/>
            <pc:sldMk cId="1462514818" sldId="267"/>
            <ac:cxnSpMk id="46" creationId="{B1DAAEE8-75AF-068D-63C7-3B892E9EE397}"/>
          </ac:cxnSpMkLst>
        </pc:cxnChg>
        <pc:cxnChg chg="del mod">
          <ac:chgData name="Harish Sahu" userId="cd5f30df-586b-4daa-9022-6ffdb615a8bc" providerId="ADAL" clId="{E0E6C6E8-8389-4BA8-8E2F-9D1A1906329C}" dt="2024-04-09T10:09:01.127" v="2352" actId="478"/>
          <ac:cxnSpMkLst>
            <pc:docMk/>
            <pc:sldMk cId="1462514818" sldId="267"/>
            <ac:cxnSpMk id="52" creationId="{9D997298-1D71-1106-C009-DC3E21F8109E}"/>
          </ac:cxnSpMkLst>
        </pc:cxnChg>
        <pc:cxnChg chg="del mod">
          <ac:chgData name="Harish Sahu" userId="cd5f30df-586b-4daa-9022-6ffdb615a8bc" providerId="ADAL" clId="{E0E6C6E8-8389-4BA8-8E2F-9D1A1906329C}" dt="2024-04-09T10:09:01.127" v="2352" actId="478"/>
          <ac:cxnSpMkLst>
            <pc:docMk/>
            <pc:sldMk cId="1462514818" sldId="267"/>
            <ac:cxnSpMk id="55" creationId="{FE011F21-75F4-CD87-884F-6308CBF12272}"/>
          </ac:cxnSpMkLst>
        </pc:cxnChg>
        <pc:cxnChg chg="del mod">
          <ac:chgData name="Harish Sahu" userId="cd5f30df-586b-4daa-9022-6ffdb615a8bc" providerId="ADAL" clId="{E0E6C6E8-8389-4BA8-8E2F-9D1A1906329C}" dt="2024-04-09T10:09:01.127" v="2352" actId="478"/>
          <ac:cxnSpMkLst>
            <pc:docMk/>
            <pc:sldMk cId="1462514818" sldId="267"/>
            <ac:cxnSpMk id="58" creationId="{6AF03A1D-962F-BDD2-AC99-FED52F4C9750}"/>
          </ac:cxnSpMkLst>
        </pc:cxnChg>
        <pc:cxnChg chg="add mod">
          <ac:chgData name="Harish Sahu" userId="cd5f30df-586b-4daa-9022-6ffdb615a8bc" providerId="ADAL" clId="{E0E6C6E8-8389-4BA8-8E2F-9D1A1906329C}" dt="2024-04-09T10:36:31.587" v="2914" actId="1076"/>
          <ac:cxnSpMkLst>
            <pc:docMk/>
            <pc:sldMk cId="1462514818" sldId="267"/>
            <ac:cxnSpMk id="63" creationId="{A1FC90D3-8499-89B7-808D-E9E2E6F970C8}"/>
          </ac:cxnSpMkLst>
        </pc:cxnChg>
        <pc:cxnChg chg="add mod">
          <ac:chgData name="Harish Sahu" userId="cd5f30df-586b-4daa-9022-6ffdb615a8bc" providerId="ADAL" clId="{E0E6C6E8-8389-4BA8-8E2F-9D1A1906329C}" dt="2024-04-09T10:25:02.386" v="2856" actId="20577"/>
          <ac:cxnSpMkLst>
            <pc:docMk/>
            <pc:sldMk cId="1462514818" sldId="267"/>
            <ac:cxnSpMk id="70" creationId="{6988F0F5-C92D-742A-FBD9-67DA42DEDD61}"/>
          </ac:cxnSpMkLst>
        </pc:cxnChg>
      </pc:sldChg>
      <pc:sldChg chg="delSp modSp add mod">
        <pc:chgData name="Harish Sahu" userId="cd5f30df-586b-4daa-9022-6ffdb615a8bc" providerId="ADAL" clId="{E0E6C6E8-8389-4BA8-8E2F-9D1A1906329C}" dt="2024-04-09T11:41:59.329" v="3859" actId="6549"/>
        <pc:sldMkLst>
          <pc:docMk/>
          <pc:sldMk cId="1390651713" sldId="268"/>
        </pc:sldMkLst>
        <pc:spChg chg="mod">
          <ac:chgData name="Harish Sahu" userId="cd5f30df-586b-4daa-9022-6ffdb615a8bc" providerId="ADAL" clId="{E0E6C6E8-8389-4BA8-8E2F-9D1A1906329C}" dt="2024-04-09T11:11:08.869" v="3192"/>
          <ac:spMkLst>
            <pc:docMk/>
            <pc:sldMk cId="1390651713" sldId="268"/>
            <ac:spMk id="3" creationId="{2BEA0E70-7B7B-098D-1820-8AB7507A02E2}"/>
          </ac:spMkLst>
        </pc:spChg>
        <pc:spChg chg="mod">
          <ac:chgData name="Harish Sahu" userId="cd5f30df-586b-4daa-9022-6ffdb615a8bc" providerId="ADAL" clId="{E0E6C6E8-8389-4BA8-8E2F-9D1A1906329C}" dt="2024-04-09T11:41:59.329" v="3859" actId="6549"/>
          <ac:spMkLst>
            <pc:docMk/>
            <pc:sldMk cId="1390651713" sldId="268"/>
            <ac:spMk id="5" creationId="{F5C0D10D-8A6C-53D1-1F48-493051252A3A}"/>
          </ac:spMkLst>
        </pc:spChg>
        <pc:spChg chg="del">
          <ac:chgData name="Harish Sahu" userId="cd5f30df-586b-4daa-9022-6ffdb615a8bc" providerId="ADAL" clId="{E0E6C6E8-8389-4BA8-8E2F-9D1A1906329C}" dt="2024-04-09T11:07:19.837" v="2994" actId="478"/>
          <ac:spMkLst>
            <pc:docMk/>
            <pc:sldMk cId="1390651713" sldId="268"/>
            <ac:spMk id="6" creationId="{7DE850DC-DF2C-08C0-78D2-8395EB920CE1}"/>
          </ac:spMkLst>
        </pc:spChg>
        <pc:spChg chg="del">
          <ac:chgData name="Harish Sahu" userId="cd5f30df-586b-4daa-9022-6ffdb615a8bc" providerId="ADAL" clId="{E0E6C6E8-8389-4BA8-8E2F-9D1A1906329C}" dt="2024-04-09T11:07:19.837" v="2994" actId="478"/>
          <ac:spMkLst>
            <pc:docMk/>
            <pc:sldMk cId="1390651713" sldId="268"/>
            <ac:spMk id="11" creationId="{51521DD1-A95C-01EC-D787-DB86C1991DA3}"/>
          </ac:spMkLst>
        </pc:spChg>
        <pc:spChg chg="del">
          <ac:chgData name="Harish Sahu" userId="cd5f30df-586b-4daa-9022-6ffdb615a8bc" providerId="ADAL" clId="{E0E6C6E8-8389-4BA8-8E2F-9D1A1906329C}" dt="2024-04-09T11:07:19.837" v="2994" actId="478"/>
          <ac:spMkLst>
            <pc:docMk/>
            <pc:sldMk cId="1390651713" sldId="268"/>
            <ac:spMk id="22" creationId="{CC71BD1D-4D6E-F868-5F62-593357345878}"/>
          </ac:spMkLst>
        </pc:spChg>
        <pc:spChg chg="del">
          <ac:chgData name="Harish Sahu" userId="cd5f30df-586b-4daa-9022-6ffdb615a8bc" providerId="ADAL" clId="{E0E6C6E8-8389-4BA8-8E2F-9D1A1906329C}" dt="2024-04-09T11:07:19.837" v="2994" actId="478"/>
          <ac:spMkLst>
            <pc:docMk/>
            <pc:sldMk cId="1390651713" sldId="268"/>
            <ac:spMk id="24" creationId="{47302CEA-EA79-A0D3-BCEE-8DDFEF372139}"/>
          </ac:spMkLst>
        </pc:spChg>
        <pc:spChg chg="del">
          <ac:chgData name="Harish Sahu" userId="cd5f30df-586b-4daa-9022-6ffdb615a8bc" providerId="ADAL" clId="{E0E6C6E8-8389-4BA8-8E2F-9D1A1906329C}" dt="2024-04-09T11:07:19.837" v="2994" actId="478"/>
          <ac:spMkLst>
            <pc:docMk/>
            <pc:sldMk cId="1390651713" sldId="268"/>
            <ac:spMk id="31" creationId="{5E1A5C0D-5B8C-FE27-08CC-85D63BA19E61}"/>
          </ac:spMkLst>
        </pc:spChg>
        <pc:spChg chg="del">
          <ac:chgData name="Harish Sahu" userId="cd5f30df-586b-4daa-9022-6ffdb615a8bc" providerId="ADAL" clId="{E0E6C6E8-8389-4BA8-8E2F-9D1A1906329C}" dt="2024-04-09T11:07:19.837" v="2994" actId="478"/>
          <ac:spMkLst>
            <pc:docMk/>
            <pc:sldMk cId="1390651713" sldId="268"/>
            <ac:spMk id="36" creationId="{7D14F61F-D9DF-5C05-BAE0-0DBFE34E4454}"/>
          </ac:spMkLst>
        </pc:spChg>
        <pc:spChg chg="del">
          <ac:chgData name="Harish Sahu" userId="cd5f30df-586b-4daa-9022-6ffdb615a8bc" providerId="ADAL" clId="{E0E6C6E8-8389-4BA8-8E2F-9D1A1906329C}" dt="2024-04-09T11:07:19.837" v="2994" actId="478"/>
          <ac:spMkLst>
            <pc:docMk/>
            <pc:sldMk cId="1390651713" sldId="268"/>
            <ac:spMk id="45" creationId="{01A9608C-22E4-961F-02ED-0F8994D62740}"/>
          </ac:spMkLst>
        </pc:spChg>
        <pc:spChg chg="del">
          <ac:chgData name="Harish Sahu" userId="cd5f30df-586b-4daa-9022-6ffdb615a8bc" providerId="ADAL" clId="{E0E6C6E8-8389-4BA8-8E2F-9D1A1906329C}" dt="2024-04-09T11:07:19.837" v="2994" actId="478"/>
          <ac:spMkLst>
            <pc:docMk/>
            <pc:sldMk cId="1390651713" sldId="268"/>
            <ac:spMk id="47" creationId="{1839625F-E277-57B4-B5DE-2B5ABA85FE53}"/>
          </ac:spMkLst>
        </pc:spChg>
        <pc:spChg chg="del">
          <ac:chgData name="Harish Sahu" userId="cd5f30df-586b-4daa-9022-6ffdb615a8bc" providerId="ADAL" clId="{E0E6C6E8-8389-4BA8-8E2F-9D1A1906329C}" dt="2024-04-09T11:07:19.837" v="2994" actId="478"/>
          <ac:spMkLst>
            <pc:docMk/>
            <pc:sldMk cId="1390651713" sldId="268"/>
            <ac:spMk id="62" creationId="{0F487900-5460-5DED-E112-94A6D8420CC2}"/>
          </ac:spMkLst>
        </pc:spChg>
        <pc:spChg chg="del">
          <ac:chgData name="Harish Sahu" userId="cd5f30df-586b-4daa-9022-6ffdb615a8bc" providerId="ADAL" clId="{E0E6C6E8-8389-4BA8-8E2F-9D1A1906329C}" dt="2024-04-09T11:07:19.837" v="2994" actId="478"/>
          <ac:spMkLst>
            <pc:docMk/>
            <pc:sldMk cId="1390651713" sldId="268"/>
            <ac:spMk id="64" creationId="{09D7E92A-1050-5DC7-B096-E315A5B50F62}"/>
          </ac:spMkLst>
        </pc:spChg>
        <pc:spChg chg="del">
          <ac:chgData name="Harish Sahu" userId="cd5f30df-586b-4daa-9022-6ffdb615a8bc" providerId="ADAL" clId="{E0E6C6E8-8389-4BA8-8E2F-9D1A1906329C}" dt="2024-04-09T11:07:19.837" v="2994" actId="478"/>
          <ac:spMkLst>
            <pc:docMk/>
            <pc:sldMk cId="1390651713" sldId="268"/>
            <ac:spMk id="71" creationId="{83C27820-E880-9B95-9C79-19CF7178E5DD}"/>
          </ac:spMkLst>
        </pc:spChg>
        <pc:picChg chg="del">
          <ac:chgData name="Harish Sahu" userId="cd5f30df-586b-4daa-9022-6ffdb615a8bc" providerId="ADAL" clId="{E0E6C6E8-8389-4BA8-8E2F-9D1A1906329C}" dt="2024-04-09T11:07:19.837" v="2994" actId="478"/>
          <ac:picMkLst>
            <pc:docMk/>
            <pc:sldMk cId="1390651713" sldId="268"/>
            <ac:picMk id="4" creationId="{19144AB9-B54B-6080-2ED4-14107F9AF221}"/>
          </ac:picMkLst>
        </pc:picChg>
        <pc:cxnChg chg="del mod">
          <ac:chgData name="Harish Sahu" userId="cd5f30df-586b-4daa-9022-6ffdb615a8bc" providerId="ADAL" clId="{E0E6C6E8-8389-4BA8-8E2F-9D1A1906329C}" dt="2024-04-09T11:07:19.837" v="2994" actId="478"/>
          <ac:cxnSpMkLst>
            <pc:docMk/>
            <pc:sldMk cId="1390651713" sldId="268"/>
            <ac:cxnSpMk id="9" creationId="{D935C7EA-45FB-7578-0C9C-517BAA923092}"/>
          </ac:cxnSpMkLst>
        </pc:cxnChg>
        <pc:cxnChg chg="del mod">
          <ac:chgData name="Harish Sahu" userId="cd5f30df-586b-4daa-9022-6ffdb615a8bc" providerId="ADAL" clId="{E0E6C6E8-8389-4BA8-8E2F-9D1A1906329C}" dt="2024-04-09T11:07:19.837" v="2994" actId="478"/>
          <ac:cxnSpMkLst>
            <pc:docMk/>
            <pc:sldMk cId="1390651713" sldId="268"/>
            <ac:cxnSpMk id="23" creationId="{E584DCCF-2CBE-0AFB-0679-D157477BE8B5}"/>
          </ac:cxnSpMkLst>
        </pc:cxnChg>
        <pc:cxnChg chg="del mod">
          <ac:chgData name="Harish Sahu" userId="cd5f30df-586b-4daa-9022-6ffdb615a8bc" providerId="ADAL" clId="{E0E6C6E8-8389-4BA8-8E2F-9D1A1906329C}" dt="2024-04-09T11:07:19.837" v="2994" actId="478"/>
          <ac:cxnSpMkLst>
            <pc:docMk/>
            <pc:sldMk cId="1390651713" sldId="268"/>
            <ac:cxnSpMk id="35" creationId="{261F48DF-8F52-1C4B-F559-FA2388342C0E}"/>
          </ac:cxnSpMkLst>
        </pc:cxnChg>
        <pc:cxnChg chg="del mod">
          <ac:chgData name="Harish Sahu" userId="cd5f30df-586b-4daa-9022-6ffdb615a8bc" providerId="ADAL" clId="{E0E6C6E8-8389-4BA8-8E2F-9D1A1906329C}" dt="2024-04-09T11:07:19.837" v="2994" actId="478"/>
          <ac:cxnSpMkLst>
            <pc:docMk/>
            <pc:sldMk cId="1390651713" sldId="268"/>
            <ac:cxnSpMk id="46" creationId="{B1DAAEE8-75AF-068D-63C7-3B892E9EE397}"/>
          </ac:cxnSpMkLst>
        </pc:cxnChg>
        <pc:cxnChg chg="del mod">
          <ac:chgData name="Harish Sahu" userId="cd5f30df-586b-4daa-9022-6ffdb615a8bc" providerId="ADAL" clId="{E0E6C6E8-8389-4BA8-8E2F-9D1A1906329C}" dt="2024-04-09T11:07:19.837" v="2994" actId="478"/>
          <ac:cxnSpMkLst>
            <pc:docMk/>
            <pc:sldMk cId="1390651713" sldId="268"/>
            <ac:cxnSpMk id="63" creationId="{A1FC90D3-8499-89B7-808D-E9E2E6F970C8}"/>
          </ac:cxnSpMkLst>
        </pc:cxnChg>
        <pc:cxnChg chg="del mod">
          <ac:chgData name="Harish Sahu" userId="cd5f30df-586b-4daa-9022-6ffdb615a8bc" providerId="ADAL" clId="{E0E6C6E8-8389-4BA8-8E2F-9D1A1906329C}" dt="2024-04-09T11:07:19.837" v="2994" actId="478"/>
          <ac:cxnSpMkLst>
            <pc:docMk/>
            <pc:sldMk cId="1390651713" sldId="268"/>
            <ac:cxnSpMk id="70" creationId="{6988F0F5-C92D-742A-FBD9-67DA42DEDD61}"/>
          </ac:cxnSpMkLst>
        </pc:cxnChg>
      </pc:sldChg>
      <pc:sldChg chg="modSp add mod ord">
        <pc:chgData name="Harish Sahu" userId="cd5f30df-586b-4daa-9022-6ffdb615a8bc" providerId="ADAL" clId="{E0E6C6E8-8389-4BA8-8E2F-9D1A1906329C}" dt="2024-04-11T05:25:00.618" v="4977" actId="20577"/>
        <pc:sldMkLst>
          <pc:docMk/>
          <pc:sldMk cId="4182405369" sldId="269"/>
        </pc:sldMkLst>
        <pc:spChg chg="mod">
          <ac:chgData name="Harish Sahu" userId="cd5f30df-586b-4daa-9022-6ffdb615a8bc" providerId="ADAL" clId="{E0E6C6E8-8389-4BA8-8E2F-9D1A1906329C}" dt="2024-04-11T05:25:00.618" v="4977" actId="20577"/>
          <ac:spMkLst>
            <pc:docMk/>
            <pc:sldMk cId="4182405369" sldId="269"/>
            <ac:spMk id="6" creationId="{19AB89D0-8562-49A8-BAFA-01679A4CC96E}"/>
          </ac:spMkLst>
        </pc:spChg>
      </pc:sldChg>
      <pc:sldChg chg="addSp modSp new mod">
        <pc:chgData name="Harish Sahu" userId="cd5f30df-586b-4daa-9022-6ffdb615a8bc" providerId="ADAL" clId="{E0E6C6E8-8389-4BA8-8E2F-9D1A1906329C}" dt="2024-04-11T05:28:49.934" v="5077" actId="1076"/>
        <pc:sldMkLst>
          <pc:docMk/>
          <pc:sldMk cId="2738618877" sldId="270"/>
        </pc:sldMkLst>
        <pc:spChg chg="add mod">
          <ac:chgData name="Harish Sahu" userId="cd5f30df-586b-4daa-9022-6ffdb615a8bc" providerId="ADAL" clId="{E0E6C6E8-8389-4BA8-8E2F-9D1A1906329C}" dt="2024-04-11T05:28:49.934" v="5077" actId="1076"/>
          <ac:spMkLst>
            <pc:docMk/>
            <pc:sldMk cId="2738618877" sldId="270"/>
            <ac:spMk id="2" creationId="{E8090D1C-45B2-8ECB-A9D6-384948AC55ED}"/>
          </ac:spMkLst>
        </pc:spChg>
      </pc:sldChg>
    </pc:docChg>
  </pc:docChgLst>
  <pc:docChgLst>
    <pc:chgData name="Apoorva Aithappa" userId="7c4fdbd8-a11c-46fd-a6c0-cf1c82b96963" providerId="ADAL" clId="{E9682811-DDCE-4A5F-8EDD-063483E75F14}"/>
    <pc:docChg chg="modSld">
      <pc:chgData name="Apoorva Aithappa" userId="7c4fdbd8-a11c-46fd-a6c0-cf1c82b96963" providerId="ADAL" clId="{E9682811-DDCE-4A5F-8EDD-063483E75F14}" dt="2024-11-04T09:19:51.824" v="0" actId="20578"/>
      <pc:docMkLst>
        <pc:docMk/>
      </pc:docMkLst>
      <pc:sldChg chg="modSp">
        <pc:chgData name="Apoorva Aithappa" userId="7c4fdbd8-a11c-46fd-a6c0-cf1c82b96963" providerId="ADAL" clId="{E9682811-DDCE-4A5F-8EDD-063483E75F14}" dt="2024-11-04T09:19:51.824" v="0" actId="20578"/>
        <pc:sldMkLst>
          <pc:docMk/>
          <pc:sldMk cId="2225258636" sldId="271"/>
        </pc:sldMkLst>
        <pc:spChg chg="mod">
          <ac:chgData name="Apoorva Aithappa" userId="7c4fdbd8-a11c-46fd-a6c0-cf1c82b96963" providerId="ADAL" clId="{E9682811-DDCE-4A5F-8EDD-063483E75F14}" dt="2024-11-04T09:19:51.824" v="0" actId="20578"/>
          <ac:spMkLst>
            <pc:docMk/>
            <pc:sldMk cId="2225258636" sldId="271"/>
            <ac:spMk id="3" creationId="{576919A6-AFB8-32FB-AD8B-33434159737F}"/>
          </ac:spMkLst>
        </pc:spChg>
      </pc:sldChg>
    </pc:docChg>
  </pc:docChgLst>
  <pc:docChgLst>
    <pc:chgData name="Likhitha  G D" userId="S::likhitha.gd@iast-software.com::5e1addc5-6eea-4b2d-b7a1-839b8f726ba9" providerId="AD" clId="Web-{01320B8D-AA10-0787-5BAD-89C0260C803E}"/>
    <pc:docChg chg="modSld">
      <pc:chgData name="Likhitha  G D" userId="S::likhitha.gd@iast-software.com::5e1addc5-6eea-4b2d-b7a1-839b8f726ba9" providerId="AD" clId="Web-{01320B8D-AA10-0787-5BAD-89C0260C803E}" dt="2024-09-09T11:58:48.349" v="0" actId="1076"/>
      <pc:docMkLst>
        <pc:docMk/>
      </pc:docMkLst>
      <pc:sldChg chg="modSp">
        <pc:chgData name="Likhitha  G D" userId="S::likhitha.gd@iast-software.com::5e1addc5-6eea-4b2d-b7a1-839b8f726ba9" providerId="AD" clId="Web-{01320B8D-AA10-0787-5BAD-89C0260C803E}" dt="2024-09-09T11:58:48.349" v="0" actId="1076"/>
        <pc:sldMkLst>
          <pc:docMk/>
          <pc:sldMk cId="2822769467" sldId="256"/>
        </pc:sldMkLst>
        <pc:spChg chg="mod">
          <ac:chgData name="Likhitha  G D" userId="S::likhitha.gd@iast-software.com::5e1addc5-6eea-4b2d-b7a1-839b8f726ba9" providerId="AD" clId="Web-{01320B8D-AA10-0787-5BAD-89C0260C803E}" dt="2024-09-09T11:58:48.349" v="0" actId="1076"/>
          <ac:spMkLst>
            <pc:docMk/>
            <pc:sldMk cId="2822769467" sldId="256"/>
            <ac:spMk id="5" creationId="{F5C0D10D-8A6C-53D1-1F48-493051252A3A}"/>
          </ac:spMkLst>
        </pc:spChg>
      </pc:sldChg>
    </pc:docChg>
  </pc:docChgLst>
  <pc:docChgLst>
    <pc:chgData name="Guest User" userId="S::urn:spo:anon#35f67e566fbdc550777878754767c5a5948089b040fef82dadaf0f834124136d::" providerId="AD" clId="Web-{A15BBC1A-EC65-8511-5849-B2D760822E72}"/>
    <pc:docChg chg="modSld">
      <pc:chgData name="Guest User" userId="S::urn:spo:anon#35f67e566fbdc550777878754767c5a5948089b040fef82dadaf0f834124136d::" providerId="AD" clId="Web-{A15BBC1A-EC65-8511-5849-B2D760822E72}" dt="2024-09-05T12:48:17.409" v="1" actId="1076"/>
      <pc:docMkLst>
        <pc:docMk/>
      </pc:docMkLst>
      <pc:sldChg chg="modSp">
        <pc:chgData name="Guest User" userId="S::urn:spo:anon#35f67e566fbdc550777878754767c5a5948089b040fef82dadaf0f834124136d::" providerId="AD" clId="Web-{A15BBC1A-EC65-8511-5849-B2D760822E72}" dt="2024-09-05T12:48:17.409" v="1" actId="1076"/>
        <pc:sldMkLst>
          <pc:docMk/>
          <pc:sldMk cId="1171612192" sldId="259"/>
        </pc:sldMkLst>
        <pc:picChg chg="mod">
          <ac:chgData name="Guest User" userId="S::urn:spo:anon#35f67e566fbdc550777878754767c5a5948089b040fef82dadaf0f834124136d::" providerId="AD" clId="Web-{A15BBC1A-EC65-8511-5849-B2D760822E72}" dt="2024-09-05T12:48:17.409" v="1" actId="1076"/>
          <ac:picMkLst>
            <pc:docMk/>
            <pc:sldMk cId="1171612192" sldId="259"/>
            <ac:picMk id="7" creationId="{F4C1D30C-4050-9A67-65ED-488B1C7AB138}"/>
          </ac:picMkLst>
        </pc:picChg>
      </pc:sldChg>
    </pc:docChg>
  </pc:docChgLst>
  <pc:docChgLst>
    <pc:chgData name="Dinesh Kuppusamy" userId="S::dinesh.kuppusamy@iast-software.com::dbee9665-1c37-4cd0-b4a2-f0532ba401f4" providerId="AD" clId="Web-{3AEC81CA-81C5-EB80-B6F8-875939D79125}"/>
    <pc:docChg chg="modSld">
      <pc:chgData name="Dinesh Kuppusamy" userId="S::dinesh.kuppusamy@iast-software.com::dbee9665-1c37-4cd0-b4a2-f0532ba401f4" providerId="AD" clId="Web-{3AEC81CA-81C5-EB80-B6F8-875939D79125}" dt="2024-11-15T06:51:13.639" v="4" actId="20577"/>
      <pc:docMkLst>
        <pc:docMk/>
      </pc:docMkLst>
      <pc:sldChg chg="modSp">
        <pc:chgData name="Dinesh Kuppusamy" userId="S::dinesh.kuppusamy@iast-software.com::dbee9665-1c37-4cd0-b4a2-f0532ba401f4" providerId="AD" clId="Web-{3AEC81CA-81C5-EB80-B6F8-875939D79125}" dt="2024-11-15T06:51:13.639" v="4" actId="20577"/>
        <pc:sldMkLst>
          <pc:docMk/>
          <pc:sldMk cId="153990063" sldId="272"/>
        </pc:sldMkLst>
        <pc:spChg chg="mod">
          <ac:chgData name="Dinesh Kuppusamy" userId="S::dinesh.kuppusamy@iast-software.com::dbee9665-1c37-4cd0-b4a2-f0532ba401f4" providerId="AD" clId="Web-{3AEC81CA-81C5-EB80-B6F8-875939D79125}" dt="2024-11-15T06:51:13.639" v="4" actId="20577"/>
          <ac:spMkLst>
            <pc:docMk/>
            <pc:sldMk cId="153990063" sldId="272"/>
            <ac:spMk id="4" creationId="{8701BB18-F11D-3205-2504-09AFAA5B68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C69C4-A1B9-454C-B757-8E2F1292C9A8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1BE4F-9B00-489B-9A9C-698F188D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36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3F9531-3326-4057-9EBA-1F5D68C6F0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5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C0A9-44C8-15EE-D538-157BF6F44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5DF10-9B12-987B-53D3-E95EBEF0B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A905-F6C1-88DF-68CC-CCD1F6F2D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BBF64-F763-7A10-B16E-F1538A77D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06826-2C12-A1C8-3893-06D1A7C6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8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C5E8-1F0A-7A88-8B81-080373E3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79D31-BD13-7454-722F-0884423F6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E6538-BBF6-487E-C17B-93660CEF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47627-C1EB-4107-AF9D-6920D311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9B1D2-2855-270F-7DD7-F6FEC51E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8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2BF5-BE67-9018-109A-01910A1A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149AC-5B87-AD4D-248B-60DF7765F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C6DEA-7613-E0A0-183F-FC911CAD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9D413-0DD4-094F-66C6-EB0FD66E4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1B091-623F-0153-8307-291A21D92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06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972C-ABAB-9075-4880-FB5EB725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AD6EB-BF6A-BC07-4EB6-8EA830319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F7935-578E-FA22-293A-3B2B5926B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B5B31-11C8-31E1-EEAC-115F665B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51F48-9B47-1DD9-240D-F955E113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8C2D5-A24F-6039-BF84-FA86B4F2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11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1CBA-AE13-FFA1-C9DD-29950E2C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96243-DAB3-D97F-38A5-9D8E7F22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C4547-8BA4-F99B-3320-935267C7F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B078D5-BDC1-47B1-0F86-5956FE33E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3D302-1C27-E15D-693D-1B690A2A0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75BCCE-08B9-73BD-7A06-5B2844E4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2D40A2-E12F-B55B-410F-3ADA502C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B7C5B-6DAD-0D2F-621D-00DC4AC1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6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59D6-DE71-987D-8D3A-CFF57B45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870FA7-8DF9-BF8A-9A0A-3CA07701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7F85B-E791-6898-CAA4-9D3FCC41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EAFA9-3DF6-F5B9-91F3-D5374FC9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86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BC7C9-2B64-B54E-C66F-246E5A88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FA421-A9FB-EBA8-745B-29A680393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B0DA8-5540-1DEB-24D4-3BBB9366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6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E445-9AD8-75E7-E008-4467A52A6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D1ADE-B13D-40D9-61FD-FEF82E962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A36F6-E423-6605-1C4C-C01787AE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62509-00D5-D61E-398E-3BDAEC55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20AA1-4801-9793-B20B-930182E9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818BD-74FC-9C1D-1A86-C21966EC0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13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48034-7565-DF0E-EE33-62BB4595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72FB8E-1D62-4D36-2046-1B3999268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9A692-B743-DC66-1285-D5BDAFBC9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81F09-A8D0-F1DC-4BAB-950779FB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66F9C-AA72-8BDC-C5C8-6DC30159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227F2-6C44-2401-5335-E1A50B3A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3B2A7-3720-7B20-4DA7-5C932ED3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D4AA8-4C90-BD19-D577-64BDA2346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79A6-47EC-CF5F-06D7-42F7FC7A3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95D65-E1DD-EAAF-A34F-1987B22D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D841F-EA17-C19D-EEB4-30B106FC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55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D28AD4-1C22-70FF-BE7F-DF3DEB339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2372C-8066-B897-E3B6-45705BA77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7BFB0-653E-EDA1-0285-272C9FE0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8CF17-F82E-A7D5-D19C-5CCEAC27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8368D-991E-A896-914B-1E7DD28D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08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72E1C-A9F9-93E0-1588-2711046AE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04CAB-5464-C3B1-B33A-86174D665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E26F0-D90F-8E28-C5D2-10B6EAC6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7430F-86CC-4F4E-E713-41728468B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59308-BCF8-19FA-E412-7EB5B54AC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17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8590-978D-36EF-F913-E1F3325B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C093A-A183-D067-FDC6-285E97F98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F2B15-81A4-060E-AE6B-79B88077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52301-EA34-3B1B-786E-1B665B79B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4A680-DDF4-190A-B248-BDD2EDB3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74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BF7F0-3720-2C98-0C56-CDFBEFFD1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92296-0D7C-B539-6075-CBD2298BD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5CE60-E4B6-A1F0-A435-95058ABB6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5B730-1A0D-0970-944B-A308ADF8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AD71F-F236-33FF-3105-72AB9678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75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6BB97-E30C-9170-E862-41B1E5A6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DFC01-3AD2-B67C-8266-4925E94C2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F58AD-7D4B-30FE-F40C-BC6CE8B0F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255A4-A2C1-79E0-CF91-C81F8D33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00FE2-00DD-9B81-2415-2819E71F2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1993B-40A0-F518-3C33-A62B7D0E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88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E05A-3FCB-0947-316A-E3B5499A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99A9E-F29F-465C-75D2-4E4E35AB9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061CE-ECF1-00A6-2A1D-294E0819D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21602-FC70-13DA-B1DA-A5835745F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CF9EF-442F-F815-019F-5CBFAF70F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252FD-F0D8-D720-CF0E-1A730753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B4354B-41D0-CD99-9D9C-3A6F62680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8E1605-BE75-BB3D-9809-5544AF10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644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A34A-4750-48E2-8BD7-3D1B1D38D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FC28C8-D21F-DB01-9394-E32F6596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51EFD-7180-8844-06EF-F92F6384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A6911-9E3F-5609-C8D7-8BD8AD6DA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9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975FE-3CA6-0AAA-6425-DE86D5F89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39969-C862-8C8C-E7B0-FEF196D0C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63863-96DE-F06B-B90A-EE14E9039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582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F81D4-B274-7FBF-B91E-149703B20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32B06-7E02-08B9-5981-94889E31C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5FCDD-95F7-8A99-F9D4-689145C76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29FEB-8B90-33AD-8BBD-E29C9A09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B5024-CFC7-5B08-E55B-CE0000CF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34976-3521-541A-9CED-7860DD47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224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9EBE5-0073-02C1-847F-C5C0B1318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CB3978-16EB-6E0F-5B11-7E56B7EA4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E8BE4-4877-E771-7535-AFB5FB451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631E4-4D81-020D-856B-D04DB48BA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588E8-840A-3996-C1C1-E91581DB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F9AFC-63E4-300D-8E22-87D11730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445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D366-F613-97FF-D935-C3D8D0F97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8EBD2-C8F4-DE8A-D54F-C144586FB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E50E0-73CC-AC6E-CD53-3696A94E1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E6E87-E761-E1FB-D47A-335CE35B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2AE19-E2AC-DC2E-EE17-0A608CDB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317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409AC-D642-7696-DFEC-D515F86A0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633AB-98FF-F565-98E6-B11BB7BAE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B7FB2-76E3-DC0D-03CE-EFC98752F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D034F-BAAD-E854-257E-59F2764EB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3D9A1-FEC2-4859-36D9-A3B86ED0D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14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DCC21-CDD1-4F71-BEA4-14CB2C645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8"/>
            <a:ext cx="12191888" cy="6850800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91D7A-A48B-465E-9937-C66BC43F3B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550" y="3501000"/>
            <a:ext cx="5759450" cy="170317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65040-5BDA-4405-B53B-23E35F213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269000"/>
            <a:ext cx="11520000" cy="1800000"/>
          </a:xfrm>
        </p:spPr>
        <p:txBody>
          <a:bodyPr anchor="t"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416CF-2219-49E4-64AF-12926EFE54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43596" y="136525"/>
            <a:ext cx="1521105" cy="6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5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07126-A333-6B37-002B-D7360F9E9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76626-D600-872A-7A43-2E618AEBE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FAD91-FBAA-DD06-F21C-F17EB310D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1AED6-B6E1-4556-B85F-1C77E20A4FA7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D0580-2F75-E72D-C1C0-F122A01AB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BDAA5-C639-CF1E-F5C6-CA92057B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2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9FE446-2414-33C9-AD32-5CB49BFF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6C2AF-570E-6193-E36D-1E704EB57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588E3-AFA7-E7A1-BE49-C46CC5831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C3EFF-DEE5-4AC2-906D-C2EA7C1AC5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85496-8A40-9B29-E72C-DBEBF0118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809E7-DFDB-0F9B-20D2-D1360AF2C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7710A-A782-4D34-B3DB-662B022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3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19AB89D0-8562-49A8-BAFA-01679A4C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400" y="2065910"/>
            <a:ext cx="9593446" cy="2241403"/>
          </a:xfrm>
        </p:spPr>
        <p:txBody>
          <a:bodyPr>
            <a:normAutofit fontScale="90000"/>
          </a:bodyPr>
          <a:lstStyle/>
          <a:p>
            <a:r>
              <a:rPr lang="en-US" sz="6000">
                <a:solidFill>
                  <a:schemeClr val="bg1"/>
                </a:solidFill>
              </a:rPr>
              <a:t>360° Review Process in </a:t>
            </a:r>
            <a:r>
              <a:rPr lang="en-US" sz="6000" err="1">
                <a:solidFill>
                  <a:schemeClr val="bg1"/>
                </a:solidFill>
              </a:rPr>
              <a:t>Polarion</a:t>
            </a:r>
            <a:br>
              <a:rPr lang="en-US">
                <a:solidFill>
                  <a:schemeClr val="bg1"/>
                </a:solidFill>
              </a:rPr>
            </a:br>
            <a:r>
              <a:rPr lang="en-US" sz="2700" b="0">
                <a:solidFill>
                  <a:schemeClr val="bg1"/>
                </a:solidFill>
              </a:rPr>
              <a:t>Author</a:t>
            </a:r>
            <a:br>
              <a:rPr lang="en-US" sz="2700" b="0">
                <a:solidFill>
                  <a:schemeClr val="bg1"/>
                </a:solidFill>
              </a:rPr>
            </a:br>
            <a:r>
              <a:rPr lang="en-US" sz="2700" b="0">
                <a:solidFill>
                  <a:schemeClr val="bg1"/>
                </a:solidFill>
              </a:rPr>
              <a:t>Harish Sahu</a:t>
            </a:r>
            <a:br>
              <a:rPr lang="en-US" sz="2700" b="0">
                <a:solidFill>
                  <a:schemeClr val="bg1"/>
                </a:solidFill>
              </a:rPr>
            </a:br>
            <a:r>
              <a:rPr lang="en-US" sz="2700" b="0">
                <a:solidFill>
                  <a:schemeClr val="bg1"/>
                </a:solidFill>
              </a:rPr>
              <a:t>System Engineer</a:t>
            </a:r>
            <a:endParaRPr lang="en-US" b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A3AEC1-F1C4-F414-D9F9-E9956C9B9ADE}"/>
              </a:ext>
            </a:extLst>
          </p:cNvPr>
          <p:cNvSpPr txBox="1"/>
          <p:nvPr/>
        </p:nvSpPr>
        <p:spPr>
          <a:xfrm>
            <a:off x="3333750" y="63780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Confidential ©2024 IAST Software Solutions Pvt. Ltd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​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40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32F8CC-49D3-8538-0C20-6DAFAFBD174E}"/>
              </a:ext>
            </a:extLst>
          </p:cNvPr>
          <p:cNvSpPr txBox="1"/>
          <p:nvPr/>
        </p:nvSpPr>
        <p:spPr>
          <a:xfrm>
            <a:off x="701980" y="481154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360° Review Process in </a:t>
            </a:r>
            <a:r>
              <a:rPr lang="en-US" sz="2400" b="1" err="1"/>
              <a:t>Polarion</a:t>
            </a:r>
            <a:endParaRPr lang="en-US" sz="2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C0D10D-8A6C-53D1-1F48-493051252A3A}"/>
              </a:ext>
            </a:extLst>
          </p:cNvPr>
          <p:cNvSpPr txBox="1"/>
          <p:nvPr/>
        </p:nvSpPr>
        <p:spPr>
          <a:xfrm>
            <a:off x="1202421" y="1527909"/>
            <a:ext cx="59361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Contents: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Prerequisites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Step 0 : Preparation for initiating review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Step 1 : Initiating Review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Step 2 : Perform Review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Step 3 : Review Rework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Step 4 : Close review task in consultation with reviewer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Attributes of a review task</a:t>
            </a:r>
          </a:p>
        </p:txBody>
      </p:sp>
    </p:spTree>
    <p:extLst>
      <p:ext uri="{BB962C8B-B14F-4D97-AF65-F5344CB8AC3E}">
        <p14:creationId xmlns:p14="http://schemas.microsoft.com/office/powerpoint/2010/main" val="2822769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C0D10D-8A6C-53D1-1F48-493051252A3A}"/>
              </a:ext>
            </a:extLst>
          </p:cNvPr>
          <p:cNvSpPr txBox="1"/>
          <p:nvPr/>
        </p:nvSpPr>
        <p:spPr>
          <a:xfrm>
            <a:off x="727968" y="1154098"/>
            <a:ext cx="106612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author and reviewer, both should have </a:t>
            </a:r>
            <a:r>
              <a:rPr lang="en-US" dirty="0" err="1"/>
              <a:t>Polarion</a:t>
            </a:r>
            <a:r>
              <a:rPr lang="en-US" dirty="0"/>
              <a:t> access. If not, then contact </a:t>
            </a:r>
            <a:r>
              <a:rPr lang="en-US" dirty="0" err="1"/>
              <a:t>Rajashekar</a:t>
            </a:r>
            <a:r>
              <a:rPr lang="en-US" dirty="0"/>
              <a:t>/Akash and get approval from your manager.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requirements to be given for review should be present in </a:t>
            </a:r>
            <a:r>
              <a:rPr lang="en-US" dirty="0" err="1"/>
              <a:t>Polarion</a:t>
            </a:r>
            <a:r>
              <a:rPr lang="en-US" dirty="0"/>
              <a:t> in “proposed” status.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Review checklist (with version history) should be available for the project. If not available, then ask your manager.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One review task should not have more than 15 requirements or 3 MS word pages.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2F8D8-A8E3-C8A0-D7EF-87341C605D8F}"/>
              </a:ext>
            </a:extLst>
          </p:cNvPr>
          <p:cNvSpPr txBox="1"/>
          <p:nvPr/>
        </p:nvSpPr>
        <p:spPr>
          <a:xfrm>
            <a:off x="701980" y="481154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Prerequisites</a:t>
            </a:r>
          </a:p>
        </p:txBody>
      </p:sp>
    </p:spTree>
    <p:extLst>
      <p:ext uri="{BB962C8B-B14F-4D97-AF65-F5344CB8AC3E}">
        <p14:creationId xmlns:p14="http://schemas.microsoft.com/office/powerpoint/2010/main" val="347772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C0D10D-8A6C-53D1-1F48-493051252A3A}"/>
              </a:ext>
            </a:extLst>
          </p:cNvPr>
          <p:cNvSpPr txBox="1"/>
          <p:nvPr/>
        </p:nvSpPr>
        <p:spPr>
          <a:xfrm>
            <a:off x="727968" y="1154098"/>
            <a:ext cx="10661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Fill review checklist.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Change requirements status from “proposed” to “in review”.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2DA931-9B0A-E670-9373-E5BB54E7E060}"/>
              </a:ext>
            </a:extLst>
          </p:cNvPr>
          <p:cNvSpPr txBox="1"/>
          <p:nvPr/>
        </p:nvSpPr>
        <p:spPr>
          <a:xfrm>
            <a:off x="701980" y="481154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Step 0 : Preparation for initiating review process</a:t>
            </a:r>
          </a:p>
        </p:txBody>
      </p:sp>
    </p:spTree>
    <p:extLst>
      <p:ext uri="{BB962C8B-B14F-4D97-AF65-F5344CB8AC3E}">
        <p14:creationId xmlns:p14="http://schemas.microsoft.com/office/powerpoint/2010/main" val="710528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C0D10D-8A6C-53D1-1F48-493051252A3A}"/>
              </a:ext>
            </a:extLst>
          </p:cNvPr>
          <p:cNvSpPr txBox="1"/>
          <p:nvPr/>
        </p:nvSpPr>
        <p:spPr>
          <a:xfrm>
            <a:off x="727968" y="1154098"/>
            <a:ext cx="10661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Create a baseline of the document from which you will be proposing requirements for review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A0E70-7B7B-098D-1820-8AB7507A02E2}"/>
              </a:ext>
            </a:extLst>
          </p:cNvPr>
          <p:cNvSpPr txBox="1"/>
          <p:nvPr/>
        </p:nvSpPr>
        <p:spPr>
          <a:xfrm>
            <a:off x="701980" y="481154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Step 1 : Initiating Review (Author’s Responsibility)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C1D30C-4050-9A67-65ED-488B1C7AB1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606338" y="1562672"/>
            <a:ext cx="8833282" cy="4968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B49CCD-2173-D6CC-E078-2D3D3E1E9D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58" t="33107" r="68471" b="29353"/>
          <a:stretch/>
        </p:blipFill>
        <p:spPr>
          <a:xfrm>
            <a:off x="4795421" y="3666478"/>
            <a:ext cx="1642369" cy="128726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A5B1CF-3CE6-AB05-95D7-8F551C261317}"/>
              </a:ext>
            </a:extLst>
          </p:cNvPr>
          <p:cNvSpPr/>
          <p:nvPr/>
        </p:nvSpPr>
        <p:spPr>
          <a:xfrm>
            <a:off x="3517036" y="2111293"/>
            <a:ext cx="292964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36BE26-30C6-DE15-6D1D-D2C51E8973EE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810000" y="2196465"/>
            <a:ext cx="674370" cy="43555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7C12D8C-3CA0-4718-6E7F-BE823DD4DA9B}"/>
              </a:ext>
            </a:extLst>
          </p:cNvPr>
          <p:cNvSpPr txBox="1"/>
          <p:nvPr/>
        </p:nvSpPr>
        <p:spPr>
          <a:xfrm>
            <a:off x="4484370" y="2057966"/>
            <a:ext cx="1571681" cy="276999"/>
          </a:xfrm>
          <a:custGeom>
            <a:avLst/>
            <a:gdLst>
              <a:gd name="connsiteX0" fmla="*/ 0 w 1571681"/>
              <a:gd name="connsiteY0" fmla="*/ 0 h 276999"/>
              <a:gd name="connsiteX1" fmla="*/ 508177 w 1571681"/>
              <a:gd name="connsiteY1" fmla="*/ 0 h 276999"/>
              <a:gd name="connsiteX2" fmla="*/ 1063504 w 1571681"/>
              <a:gd name="connsiteY2" fmla="*/ 0 h 276999"/>
              <a:gd name="connsiteX3" fmla="*/ 1571681 w 1571681"/>
              <a:gd name="connsiteY3" fmla="*/ 0 h 276999"/>
              <a:gd name="connsiteX4" fmla="*/ 1571681 w 1571681"/>
              <a:gd name="connsiteY4" fmla="*/ 276999 h 276999"/>
              <a:gd name="connsiteX5" fmla="*/ 1079221 w 1571681"/>
              <a:gd name="connsiteY5" fmla="*/ 276999 h 276999"/>
              <a:gd name="connsiteX6" fmla="*/ 523894 w 1571681"/>
              <a:gd name="connsiteY6" fmla="*/ 276999 h 276999"/>
              <a:gd name="connsiteX7" fmla="*/ 0 w 1571681"/>
              <a:gd name="connsiteY7" fmla="*/ 276999 h 276999"/>
              <a:gd name="connsiteX8" fmla="*/ 0 w 1571681"/>
              <a:gd name="connsiteY8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1681" h="276999" extrusionOk="0">
                <a:moveTo>
                  <a:pt x="0" y="0"/>
                </a:moveTo>
                <a:cubicBezTo>
                  <a:pt x="128729" y="1373"/>
                  <a:pt x="368838" y="-21344"/>
                  <a:pt x="508177" y="0"/>
                </a:cubicBezTo>
                <a:cubicBezTo>
                  <a:pt x="647516" y="21344"/>
                  <a:pt x="902374" y="-2294"/>
                  <a:pt x="1063504" y="0"/>
                </a:cubicBezTo>
                <a:cubicBezTo>
                  <a:pt x="1224634" y="2294"/>
                  <a:pt x="1465122" y="-9102"/>
                  <a:pt x="1571681" y="0"/>
                </a:cubicBezTo>
                <a:cubicBezTo>
                  <a:pt x="1560456" y="76830"/>
                  <a:pt x="1584774" y="221077"/>
                  <a:pt x="1571681" y="276999"/>
                </a:cubicBezTo>
                <a:cubicBezTo>
                  <a:pt x="1425803" y="272970"/>
                  <a:pt x="1261077" y="297018"/>
                  <a:pt x="1079221" y="276999"/>
                </a:cubicBezTo>
                <a:cubicBezTo>
                  <a:pt x="897365" y="256980"/>
                  <a:pt x="764917" y="284621"/>
                  <a:pt x="523894" y="276999"/>
                </a:cubicBezTo>
                <a:cubicBezTo>
                  <a:pt x="282871" y="269377"/>
                  <a:pt x="175385" y="263492"/>
                  <a:pt x="0" y="276999"/>
                </a:cubicBezTo>
                <a:cubicBezTo>
                  <a:pt x="-10501" y="189829"/>
                  <a:pt x="-13425" y="92269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540726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1. Click on gear icon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CFA1B14-59B2-1D98-448E-8E5F5FB38CF1}"/>
              </a:ext>
            </a:extLst>
          </p:cNvPr>
          <p:cNvSpPr/>
          <p:nvPr/>
        </p:nvSpPr>
        <p:spPr>
          <a:xfrm>
            <a:off x="3595456" y="2852293"/>
            <a:ext cx="596283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4EC444-7308-76C2-4B50-1FC855F09DEE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4191739" y="2670369"/>
            <a:ext cx="443551" cy="310651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55FDE9-165E-57A6-127A-5ED401D42F9E}"/>
              </a:ext>
            </a:extLst>
          </p:cNvPr>
          <p:cNvSpPr txBox="1"/>
          <p:nvPr/>
        </p:nvSpPr>
        <p:spPr>
          <a:xfrm>
            <a:off x="4635290" y="2531869"/>
            <a:ext cx="2076228" cy="276999"/>
          </a:xfrm>
          <a:custGeom>
            <a:avLst/>
            <a:gdLst>
              <a:gd name="connsiteX0" fmla="*/ 0 w 2076228"/>
              <a:gd name="connsiteY0" fmla="*/ 0 h 276999"/>
              <a:gd name="connsiteX1" fmla="*/ 671314 w 2076228"/>
              <a:gd name="connsiteY1" fmla="*/ 0 h 276999"/>
              <a:gd name="connsiteX2" fmla="*/ 1404914 w 2076228"/>
              <a:gd name="connsiteY2" fmla="*/ 0 h 276999"/>
              <a:gd name="connsiteX3" fmla="*/ 2076228 w 2076228"/>
              <a:gd name="connsiteY3" fmla="*/ 0 h 276999"/>
              <a:gd name="connsiteX4" fmla="*/ 2076228 w 2076228"/>
              <a:gd name="connsiteY4" fmla="*/ 276999 h 276999"/>
              <a:gd name="connsiteX5" fmla="*/ 1425677 w 2076228"/>
              <a:gd name="connsiteY5" fmla="*/ 276999 h 276999"/>
              <a:gd name="connsiteX6" fmla="*/ 692076 w 2076228"/>
              <a:gd name="connsiteY6" fmla="*/ 276999 h 276999"/>
              <a:gd name="connsiteX7" fmla="*/ 0 w 2076228"/>
              <a:gd name="connsiteY7" fmla="*/ 276999 h 276999"/>
              <a:gd name="connsiteX8" fmla="*/ 0 w 2076228"/>
              <a:gd name="connsiteY8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76228" h="276999" extrusionOk="0">
                <a:moveTo>
                  <a:pt x="0" y="0"/>
                </a:moveTo>
                <a:cubicBezTo>
                  <a:pt x="224863" y="-26843"/>
                  <a:pt x="374740" y="-22997"/>
                  <a:pt x="671314" y="0"/>
                </a:cubicBezTo>
                <a:cubicBezTo>
                  <a:pt x="967888" y="22997"/>
                  <a:pt x="1111661" y="4881"/>
                  <a:pt x="1404914" y="0"/>
                </a:cubicBezTo>
                <a:cubicBezTo>
                  <a:pt x="1698167" y="-4881"/>
                  <a:pt x="1816037" y="-10040"/>
                  <a:pt x="2076228" y="0"/>
                </a:cubicBezTo>
                <a:cubicBezTo>
                  <a:pt x="2065003" y="76830"/>
                  <a:pt x="2089321" y="221077"/>
                  <a:pt x="2076228" y="276999"/>
                </a:cubicBezTo>
                <a:cubicBezTo>
                  <a:pt x="1874566" y="249934"/>
                  <a:pt x="1556398" y="288691"/>
                  <a:pt x="1425677" y="276999"/>
                </a:cubicBezTo>
                <a:cubicBezTo>
                  <a:pt x="1294956" y="265307"/>
                  <a:pt x="909623" y="258700"/>
                  <a:pt x="692076" y="276999"/>
                </a:cubicBezTo>
                <a:cubicBezTo>
                  <a:pt x="474529" y="295298"/>
                  <a:pt x="226289" y="301636"/>
                  <a:pt x="0" y="276999"/>
                </a:cubicBezTo>
                <a:cubicBezTo>
                  <a:pt x="-10501" y="189829"/>
                  <a:pt x="-13425" y="92269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540726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2. Click on create Baseline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93F8C20-7F29-5EA8-903D-CF3E65D77EAD}"/>
              </a:ext>
            </a:extLst>
          </p:cNvPr>
          <p:cNvSpPr/>
          <p:nvPr/>
        </p:nvSpPr>
        <p:spPr>
          <a:xfrm>
            <a:off x="4935985" y="4075731"/>
            <a:ext cx="1160016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1279C15-66BC-3AE8-A6E7-0D260807C43E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5515993" y="3264154"/>
            <a:ext cx="1023557" cy="784979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2E52E80-06ED-39FC-F8F7-F976154C788D}"/>
              </a:ext>
            </a:extLst>
          </p:cNvPr>
          <p:cNvSpPr txBox="1"/>
          <p:nvPr/>
        </p:nvSpPr>
        <p:spPr>
          <a:xfrm>
            <a:off x="6539550" y="3033321"/>
            <a:ext cx="2604449" cy="461665"/>
          </a:xfrm>
          <a:custGeom>
            <a:avLst/>
            <a:gdLst>
              <a:gd name="connsiteX0" fmla="*/ 0 w 2604449"/>
              <a:gd name="connsiteY0" fmla="*/ 0 h 461665"/>
              <a:gd name="connsiteX1" fmla="*/ 625068 w 2604449"/>
              <a:gd name="connsiteY1" fmla="*/ 0 h 461665"/>
              <a:gd name="connsiteX2" fmla="*/ 1328269 w 2604449"/>
              <a:gd name="connsiteY2" fmla="*/ 0 h 461665"/>
              <a:gd name="connsiteX3" fmla="*/ 1953337 w 2604449"/>
              <a:gd name="connsiteY3" fmla="*/ 0 h 461665"/>
              <a:gd name="connsiteX4" fmla="*/ 2604449 w 2604449"/>
              <a:gd name="connsiteY4" fmla="*/ 0 h 461665"/>
              <a:gd name="connsiteX5" fmla="*/ 2604449 w 2604449"/>
              <a:gd name="connsiteY5" fmla="*/ 461665 h 461665"/>
              <a:gd name="connsiteX6" fmla="*/ 2005426 w 2604449"/>
              <a:gd name="connsiteY6" fmla="*/ 461665 h 461665"/>
              <a:gd name="connsiteX7" fmla="*/ 1302225 w 2604449"/>
              <a:gd name="connsiteY7" fmla="*/ 461665 h 461665"/>
              <a:gd name="connsiteX8" fmla="*/ 651112 w 2604449"/>
              <a:gd name="connsiteY8" fmla="*/ 461665 h 461665"/>
              <a:gd name="connsiteX9" fmla="*/ 0 w 2604449"/>
              <a:gd name="connsiteY9" fmla="*/ 461665 h 461665"/>
              <a:gd name="connsiteX10" fmla="*/ 0 w 2604449"/>
              <a:gd name="connsiteY10" fmla="*/ 0 h 46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4449" h="461665" extrusionOk="0">
                <a:moveTo>
                  <a:pt x="0" y="0"/>
                </a:moveTo>
                <a:cubicBezTo>
                  <a:pt x="196084" y="-7690"/>
                  <a:pt x="406041" y="27187"/>
                  <a:pt x="625068" y="0"/>
                </a:cubicBezTo>
                <a:cubicBezTo>
                  <a:pt x="844095" y="-27187"/>
                  <a:pt x="1081344" y="-15445"/>
                  <a:pt x="1328269" y="0"/>
                </a:cubicBezTo>
                <a:cubicBezTo>
                  <a:pt x="1575194" y="15445"/>
                  <a:pt x="1704923" y="13497"/>
                  <a:pt x="1953337" y="0"/>
                </a:cubicBezTo>
                <a:cubicBezTo>
                  <a:pt x="2201751" y="-13497"/>
                  <a:pt x="2284883" y="19847"/>
                  <a:pt x="2604449" y="0"/>
                </a:cubicBezTo>
                <a:cubicBezTo>
                  <a:pt x="2627043" y="202729"/>
                  <a:pt x="2623434" y="344822"/>
                  <a:pt x="2604449" y="461665"/>
                </a:cubicBezTo>
                <a:cubicBezTo>
                  <a:pt x="2442812" y="469895"/>
                  <a:pt x="2156966" y="463885"/>
                  <a:pt x="2005426" y="461665"/>
                </a:cubicBezTo>
                <a:cubicBezTo>
                  <a:pt x="1853886" y="459445"/>
                  <a:pt x="1627869" y="470830"/>
                  <a:pt x="1302225" y="461665"/>
                </a:cubicBezTo>
                <a:cubicBezTo>
                  <a:pt x="976581" y="452500"/>
                  <a:pt x="964670" y="476962"/>
                  <a:pt x="651112" y="461665"/>
                </a:cubicBezTo>
                <a:cubicBezTo>
                  <a:pt x="337554" y="446368"/>
                  <a:pt x="256740" y="466138"/>
                  <a:pt x="0" y="461665"/>
                </a:cubicBezTo>
                <a:cubicBezTo>
                  <a:pt x="1017" y="264926"/>
                  <a:pt x="-565" y="171716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540726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3. Give name and description as per Requirement Management Plan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116A69A-59FF-EE97-E052-727043B35961}"/>
              </a:ext>
            </a:extLst>
          </p:cNvPr>
          <p:cNvSpPr/>
          <p:nvPr/>
        </p:nvSpPr>
        <p:spPr>
          <a:xfrm>
            <a:off x="4873841" y="4489166"/>
            <a:ext cx="408373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11643E2-48E8-56CE-9CF7-51A9D3E75AD1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4109372" y="4616388"/>
            <a:ext cx="764469" cy="134072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12A8DF4-2F5E-6701-7D6E-1CD3381A8E63}"/>
              </a:ext>
            </a:extLst>
          </p:cNvPr>
          <p:cNvSpPr txBox="1"/>
          <p:nvPr/>
        </p:nvSpPr>
        <p:spPr>
          <a:xfrm>
            <a:off x="3423322" y="4750460"/>
            <a:ext cx="1372099" cy="276999"/>
          </a:xfrm>
          <a:custGeom>
            <a:avLst/>
            <a:gdLst>
              <a:gd name="connsiteX0" fmla="*/ 0 w 1372099"/>
              <a:gd name="connsiteY0" fmla="*/ 0 h 276999"/>
              <a:gd name="connsiteX1" fmla="*/ 672329 w 1372099"/>
              <a:gd name="connsiteY1" fmla="*/ 0 h 276999"/>
              <a:gd name="connsiteX2" fmla="*/ 1372099 w 1372099"/>
              <a:gd name="connsiteY2" fmla="*/ 0 h 276999"/>
              <a:gd name="connsiteX3" fmla="*/ 1372099 w 1372099"/>
              <a:gd name="connsiteY3" fmla="*/ 276999 h 276999"/>
              <a:gd name="connsiteX4" fmla="*/ 658608 w 1372099"/>
              <a:gd name="connsiteY4" fmla="*/ 276999 h 276999"/>
              <a:gd name="connsiteX5" fmla="*/ 0 w 1372099"/>
              <a:gd name="connsiteY5" fmla="*/ 276999 h 276999"/>
              <a:gd name="connsiteX6" fmla="*/ 0 w 1372099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099" h="276999" extrusionOk="0">
                <a:moveTo>
                  <a:pt x="0" y="0"/>
                </a:moveTo>
                <a:cubicBezTo>
                  <a:pt x="201356" y="-11853"/>
                  <a:pt x="485702" y="23154"/>
                  <a:pt x="672329" y="0"/>
                </a:cubicBezTo>
                <a:cubicBezTo>
                  <a:pt x="858956" y="-23154"/>
                  <a:pt x="1115271" y="-6474"/>
                  <a:pt x="1372099" y="0"/>
                </a:cubicBezTo>
                <a:cubicBezTo>
                  <a:pt x="1366602" y="73236"/>
                  <a:pt x="1367430" y="208391"/>
                  <a:pt x="1372099" y="276999"/>
                </a:cubicBezTo>
                <a:cubicBezTo>
                  <a:pt x="1016174" y="272675"/>
                  <a:pt x="999911" y="295096"/>
                  <a:pt x="658608" y="276999"/>
                </a:cubicBezTo>
                <a:cubicBezTo>
                  <a:pt x="317305" y="258902"/>
                  <a:pt x="283648" y="287242"/>
                  <a:pt x="0" y="276999"/>
                </a:cubicBezTo>
                <a:cubicBezTo>
                  <a:pt x="-6511" y="214561"/>
                  <a:pt x="10558" y="87502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540726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4. Click on Create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0AA34-43E0-2FD9-31F7-75C474AE59F7}"/>
              </a:ext>
            </a:extLst>
          </p:cNvPr>
          <p:cNvSpPr txBox="1"/>
          <p:nvPr/>
        </p:nvSpPr>
        <p:spPr>
          <a:xfrm>
            <a:off x="2263279" y="6523131"/>
            <a:ext cx="766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/>
              <a:t>CGVCU_Verification</a:t>
            </a:r>
            <a:r>
              <a:rPr lang="en-US"/>
              <a:t> Review_VR5510_SWE.2_Power Supply_11042024</a:t>
            </a:r>
          </a:p>
        </p:txBody>
      </p:sp>
    </p:spTree>
    <p:extLst>
      <p:ext uri="{BB962C8B-B14F-4D97-AF65-F5344CB8AC3E}">
        <p14:creationId xmlns:p14="http://schemas.microsoft.com/office/powerpoint/2010/main" val="1171612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C0D10D-8A6C-53D1-1F48-493051252A3A}"/>
              </a:ext>
            </a:extLst>
          </p:cNvPr>
          <p:cNvSpPr txBox="1"/>
          <p:nvPr/>
        </p:nvSpPr>
        <p:spPr>
          <a:xfrm>
            <a:off x="727968" y="1154098"/>
            <a:ext cx="1066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2.  Create a review task in </a:t>
            </a:r>
            <a:r>
              <a:rPr lang="en-US" err="1"/>
              <a:t>Polarion</a:t>
            </a:r>
            <a:r>
              <a:rPr lang="en-US"/>
              <a:t>, in the project you are working.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A0E70-7B7B-098D-1820-8AB7507A02E2}"/>
              </a:ext>
            </a:extLst>
          </p:cNvPr>
          <p:cNvSpPr txBox="1"/>
          <p:nvPr/>
        </p:nvSpPr>
        <p:spPr>
          <a:xfrm>
            <a:off x="701980" y="481154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Step 1 : Initiating Review (Author’s Responsibility)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075D72-D3BB-355C-395F-83F1C54183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625509" y="1523430"/>
            <a:ext cx="8936063" cy="502653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E2BDE6-217D-7331-7121-B10346FAB5D3}"/>
              </a:ext>
            </a:extLst>
          </p:cNvPr>
          <p:cNvSpPr/>
          <p:nvPr/>
        </p:nvSpPr>
        <p:spPr>
          <a:xfrm>
            <a:off x="1899821" y="1846555"/>
            <a:ext cx="656948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D1AD5C-BED5-FD9A-6FBF-49819AC936C9}"/>
              </a:ext>
            </a:extLst>
          </p:cNvPr>
          <p:cNvCxnSpPr>
            <a:cxnSpLocks/>
            <a:stCxn id="8" idx="1"/>
            <a:endCxn id="13" idx="0"/>
          </p:cNvCxnSpPr>
          <p:nvPr/>
        </p:nvCxnSpPr>
        <p:spPr>
          <a:xfrm flipH="1">
            <a:off x="978684" y="1975282"/>
            <a:ext cx="921137" cy="221059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BD57C40-B9C3-0CB7-6460-9B223172EE88}"/>
              </a:ext>
            </a:extLst>
          </p:cNvPr>
          <p:cNvSpPr txBox="1"/>
          <p:nvPr/>
        </p:nvSpPr>
        <p:spPr>
          <a:xfrm>
            <a:off x="347132" y="2196341"/>
            <a:ext cx="1263103" cy="276999"/>
          </a:xfr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1. Select Project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043444-7CF5-6690-0B59-825047F954B9}"/>
              </a:ext>
            </a:extLst>
          </p:cNvPr>
          <p:cNvSpPr/>
          <p:nvPr/>
        </p:nvSpPr>
        <p:spPr>
          <a:xfrm>
            <a:off x="1697614" y="2792244"/>
            <a:ext cx="656948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A07C454-E028-DEC7-D272-6A691A911863}"/>
              </a:ext>
            </a:extLst>
          </p:cNvPr>
          <p:cNvCxnSpPr>
            <a:cxnSpLocks/>
            <a:stCxn id="15" idx="1"/>
            <a:endCxn id="17" idx="0"/>
          </p:cNvCxnSpPr>
          <p:nvPr/>
        </p:nvCxnSpPr>
        <p:spPr>
          <a:xfrm flipH="1">
            <a:off x="865768" y="2920971"/>
            <a:ext cx="831846" cy="248574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56F07CE-E6F0-D75E-621C-E389409B8DB4}"/>
              </a:ext>
            </a:extLst>
          </p:cNvPr>
          <p:cNvSpPr txBox="1"/>
          <p:nvPr/>
        </p:nvSpPr>
        <p:spPr>
          <a:xfrm>
            <a:off x="121301" y="3169545"/>
            <a:ext cx="1488934" cy="276999"/>
          </a:xfr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2. Go to Work Items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85AF323-175D-46AC-2AE1-71311DE0AC6D}"/>
              </a:ext>
            </a:extLst>
          </p:cNvPr>
          <p:cNvSpPr/>
          <p:nvPr/>
        </p:nvSpPr>
        <p:spPr>
          <a:xfrm>
            <a:off x="1768849" y="5857957"/>
            <a:ext cx="656948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A855D7-9198-FAFC-6A5B-F0BADE10BD7D}"/>
              </a:ext>
            </a:extLst>
          </p:cNvPr>
          <p:cNvCxnSpPr>
            <a:cxnSpLocks/>
            <a:stCxn id="18" idx="1"/>
            <a:endCxn id="20" idx="2"/>
          </p:cNvCxnSpPr>
          <p:nvPr/>
        </p:nvCxnSpPr>
        <p:spPr>
          <a:xfrm flipH="1" flipV="1">
            <a:off x="944937" y="5776319"/>
            <a:ext cx="823912" cy="210365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689436-B8B4-00F7-0BCB-0FD8D0A86B52}"/>
              </a:ext>
            </a:extLst>
          </p:cNvPr>
          <p:cNvSpPr txBox="1"/>
          <p:nvPr/>
        </p:nvSpPr>
        <p:spPr>
          <a:xfrm>
            <a:off x="273503" y="5499320"/>
            <a:ext cx="1342868" cy="276999"/>
          </a:xfr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3. Click on review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7B5FCBE-CCA2-01A2-A7B3-3221833FFB2E}"/>
              </a:ext>
            </a:extLst>
          </p:cNvPr>
          <p:cNvSpPr/>
          <p:nvPr/>
        </p:nvSpPr>
        <p:spPr>
          <a:xfrm>
            <a:off x="3643518" y="2067614"/>
            <a:ext cx="262657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73EF346-4BD2-C394-EAA7-B0220E9AE5FC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3906175" y="2196341"/>
            <a:ext cx="435106" cy="93648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C05CCCD-BD56-4EFC-9F75-6321FEAB2ABF}"/>
              </a:ext>
            </a:extLst>
          </p:cNvPr>
          <p:cNvSpPr txBox="1"/>
          <p:nvPr/>
        </p:nvSpPr>
        <p:spPr>
          <a:xfrm>
            <a:off x="4341281" y="2151489"/>
            <a:ext cx="1847429" cy="276999"/>
          </a:xfr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4. Click on “+” Sign (New)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922843E-B3AA-D6BB-A881-7AD36AB22677}"/>
              </a:ext>
            </a:extLst>
          </p:cNvPr>
          <p:cNvSpPr/>
          <p:nvPr/>
        </p:nvSpPr>
        <p:spPr>
          <a:xfrm>
            <a:off x="3684333" y="3040818"/>
            <a:ext cx="656948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2C0349-1749-2697-4B78-FAE47C9CEEAB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4341281" y="3169545"/>
            <a:ext cx="773918" cy="18192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903403D-4612-07E2-85BF-7AFB9EB62BB2}"/>
              </a:ext>
            </a:extLst>
          </p:cNvPr>
          <p:cNvSpPr txBox="1"/>
          <p:nvPr/>
        </p:nvSpPr>
        <p:spPr>
          <a:xfrm>
            <a:off x="5115199" y="3049237"/>
            <a:ext cx="1342868" cy="276999"/>
          </a:xfr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5. Click on review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D997298-1D71-1106-C009-DC3E21F8109E}"/>
              </a:ext>
            </a:extLst>
          </p:cNvPr>
          <p:cNvCxnSpPr>
            <a:cxnSpLocks/>
          </p:cNvCxnSpPr>
          <p:nvPr/>
        </p:nvCxnSpPr>
        <p:spPr>
          <a:xfrm flipV="1">
            <a:off x="4341281" y="3936104"/>
            <a:ext cx="588259" cy="128727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D1384FD-C79D-5BF0-0DA9-C928C920EAF5}"/>
              </a:ext>
            </a:extLst>
          </p:cNvPr>
          <p:cNvSpPr txBox="1"/>
          <p:nvPr/>
        </p:nvSpPr>
        <p:spPr>
          <a:xfrm>
            <a:off x="4929540" y="3774311"/>
            <a:ext cx="2162836" cy="276999"/>
          </a:xfr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6. Give title for the review task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A44BC40-3044-435F-4EBB-F5A0091D95A5}"/>
              </a:ext>
            </a:extLst>
          </p:cNvPr>
          <p:cNvSpPr/>
          <p:nvPr/>
        </p:nvSpPr>
        <p:spPr>
          <a:xfrm>
            <a:off x="5500441" y="4250711"/>
            <a:ext cx="656948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E011F21-75F4-CD87-884F-6308CBF12272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 flipV="1">
            <a:off x="6157389" y="4315074"/>
            <a:ext cx="588259" cy="64364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C8B8EFF-8C85-57EE-B3F3-ECAF3797CC6B}"/>
              </a:ext>
            </a:extLst>
          </p:cNvPr>
          <p:cNvSpPr txBox="1"/>
          <p:nvPr/>
        </p:nvSpPr>
        <p:spPr>
          <a:xfrm>
            <a:off x="6745648" y="4176574"/>
            <a:ext cx="1375569" cy="276999"/>
          </a:xfr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7. Assign reviewer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AF03A1D-962F-BDD2-AC99-FED52F4C9750}"/>
              </a:ext>
            </a:extLst>
          </p:cNvPr>
          <p:cNvCxnSpPr>
            <a:cxnSpLocks/>
          </p:cNvCxnSpPr>
          <p:nvPr/>
        </p:nvCxnSpPr>
        <p:spPr>
          <a:xfrm flipV="1">
            <a:off x="4164873" y="6115409"/>
            <a:ext cx="563367" cy="2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26FB7B4-F5FE-8074-2CF9-B62BB97E5FA4}"/>
              </a:ext>
            </a:extLst>
          </p:cNvPr>
          <p:cNvSpPr txBox="1"/>
          <p:nvPr/>
        </p:nvSpPr>
        <p:spPr>
          <a:xfrm>
            <a:off x="4753132" y="5976910"/>
            <a:ext cx="4447436" cy="276999"/>
          </a:xfr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8. Give description of the review task </a:t>
            </a:r>
            <a:r>
              <a:rPr lang="en-US" err="1"/>
              <a:t>alongwith</a:t>
            </a:r>
            <a:r>
              <a:rPr lang="en-US"/>
              <a:t> baseline number.</a:t>
            </a:r>
          </a:p>
        </p:txBody>
      </p:sp>
    </p:spTree>
    <p:extLst>
      <p:ext uri="{BB962C8B-B14F-4D97-AF65-F5344CB8AC3E}">
        <p14:creationId xmlns:p14="http://schemas.microsoft.com/office/powerpoint/2010/main" val="23358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C0D10D-8A6C-53D1-1F48-493051252A3A}"/>
              </a:ext>
            </a:extLst>
          </p:cNvPr>
          <p:cNvSpPr txBox="1"/>
          <p:nvPr/>
        </p:nvSpPr>
        <p:spPr>
          <a:xfrm>
            <a:off x="727968" y="1154098"/>
            <a:ext cx="1066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2.  Create a review task in </a:t>
            </a:r>
            <a:r>
              <a:rPr lang="en-US" err="1"/>
              <a:t>Polarion</a:t>
            </a:r>
            <a:r>
              <a:rPr lang="en-US"/>
              <a:t>, in the project you are working.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A0E70-7B7B-098D-1820-8AB7507A02E2}"/>
              </a:ext>
            </a:extLst>
          </p:cNvPr>
          <p:cNvSpPr txBox="1"/>
          <p:nvPr/>
        </p:nvSpPr>
        <p:spPr>
          <a:xfrm>
            <a:off x="701980" y="481154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Step 1 : Initiating Review (Author’s Responsibility)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44AB9-B54B-6080-2ED4-14107F9AF2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450810" y="1523430"/>
            <a:ext cx="9007084" cy="506648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E850DC-DF2C-08C0-78D2-8395EB920CE1}"/>
              </a:ext>
            </a:extLst>
          </p:cNvPr>
          <p:cNvSpPr/>
          <p:nvPr/>
        </p:nvSpPr>
        <p:spPr>
          <a:xfrm>
            <a:off x="3289901" y="3870342"/>
            <a:ext cx="935869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35C7EA-45FB-7578-0C9C-517BAA923092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211370" y="3636772"/>
            <a:ext cx="327093" cy="302015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521DD1-A95C-01EC-D787-DB86C1991DA3}"/>
              </a:ext>
            </a:extLst>
          </p:cNvPr>
          <p:cNvSpPr txBox="1"/>
          <p:nvPr/>
        </p:nvSpPr>
        <p:spPr>
          <a:xfrm>
            <a:off x="4538463" y="3498272"/>
            <a:ext cx="1959596" cy="276999"/>
          </a:xfr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9. Go to Linked work items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C71BD1D-4D6E-F868-5F62-593357345878}"/>
              </a:ext>
            </a:extLst>
          </p:cNvPr>
          <p:cNvSpPr/>
          <p:nvPr/>
        </p:nvSpPr>
        <p:spPr>
          <a:xfrm>
            <a:off x="3703404" y="4203244"/>
            <a:ext cx="935869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84DCCF-2CBE-0AFB-0679-D157477BE8B5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4619862" y="3974000"/>
            <a:ext cx="266365" cy="227114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7302CEA-EA79-A0D3-BCEE-8DDFEF372139}"/>
              </a:ext>
            </a:extLst>
          </p:cNvPr>
          <p:cNvSpPr txBox="1"/>
          <p:nvPr/>
        </p:nvSpPr>
        <p:spPr>
          <a:xfrm>
            <a:off x="4886227" y="3835500"/>
            <a:ext cx="2835688" cy="276999"/>
          </a:xfr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10. Select “is related to” relationship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E1A5C0D-5B8C-FE27-08CC-85D63BA19E61}"/>
              </a:ext>
            </a:extLst>
          </p:cNvPr>
          <p:cNvSpPr/>
          <p:nvPr/>
        </p:nvSpPr>
        <p:spPr>
          <a:xfrm>
            <a:off x="5414195" y="4203244"/>
            <a:ext cx="253114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61F48DF-8F52-1C4B-F559-FA2388342C0E}"/>
              </a:ext>
            </a:extLst>
          </p:cNvPr>
          <p:cNvCxnSpPr>
            <a:cxnSpLocks/>
            <a:stCxn id="31" idx="3"/>
            <a:endCxn id="36" idx="1"/>
          </p:cNvCxnSpPr>
          <p:nvPr/>
        </p:nvCxnSpPr>
        <p:spPr>
          <a:xfrm>
            <a:off x="5667309" y="4331971"/>
            <a:ext cx="322158" cy="7159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D14F61F-D9DF-5C05-BAE0-0DBFE34E4454}"/>
              </a:ext>
            </a:extLst>
          </p:cNvPr>
          <p:cNvSpPr txBox="1"/>
          <p:nvPr/>
        </p:nvSpPr>
        <p:spPr>
          <a:xfrm>
            <a:off x="5989467" y="4172728"/>
            <a:ext cx="3332085" cy="461665"/>
          </a:xfrm>
          <a:custGeom>
            <a:avLst/>
            <a:gdLst>
              <a:gd name="connsiteX0" fmla="*/ 0 w 3332085"/>
              <a:gd name="connsiteY0" fmla="*/ 0 h 461665"/>
              <a:gd name="connsiteX1" fmla="*/ 566454 w 3332085"/>
              <a:gd name="connsiteY1" fmla="*/ 0 h 461665"/>
              <a:gd name="connsiteX2" fmla="*/ 1166230 w 3332085"/>
              <a:gd name="connsiteY2" fmla="*/ 0 h 461665"/>
              <a:gd name="connsiteX3" fmla="*/ 1865968 w 3332085"/>
              <a:gd name="connsiteY3" fmla="*/ 0 h 461665"/>
              <a:gd name="connsiteX4" fmla="*/ 2465743 w 3332085"/>
              <a:gd name="connsiteY4" fmla="*/ 0 h 461665"/>
              <a:gd name="connsiteX5" fmla="*/ 3332085 w 3332085"/>
              <a:gd name="connsiteY5" fmla="*/ 0 h 461665"/>
              <a:gd name="connsiteX6" fmla="*/ 3332085 w 3332085"/>
              <a:gd name="connsiteY6" fmla="*/ 461665 h 461665"/>
              <a:gd name="connsiteX7" fmla="*/ 2665668 w 3332085"/>
              <a:gd name="connsiteY7" fmla="*/ 461665 h 461665"/>
              <a:gd name="connsiteX8" fmla="*/ 1965930 w 3332085"/>
              <a:gd name="connsiteY8" fmla="*/ 461665 h 461665"/>
              <a:gd name="connsiteX9" fmla="*/ 1366155 w 3332085"/>
              <a:gd name="connsiteY9" fmla="*/ 461665 h 461665"/>
              <a:gd name="connsiteX10" fmla="*/ 699738 w 3332085"/>
              <a:gd name="connsiteY10" fmla="*/ 461665 h 461665"/>
              <a:gd name="connsiteX11" fmla="*/ 0 w 3332085"/>
              <a:gd name="connsiteY11" fmla="*/ 461665 h 461665"/>
              <a:gd name="connsiteX12" fmla="*/ 0 w 3332085"/>
              <a:gd name="connsiteY12" fmla="*/ 0 h 46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32085" h="461665" extrusionOk="0">
                <a:moveTo>
                  <a:pt x="0" y="0"/>
                </a:moveTo>
                <a:cubicBezTo>
                  <a:pt x="178809" y="-1843"/>
                  <a:pt x="310191" y="2187"/>
                  <a:pt x="566454" y="0"/>
                </a:cubicBezTo>
                <a:cubicBezTo>
                  <a:pt x="822717" y="-2187"/>
                  <a:pt x="917916" y="-22879"/>
                  <a:pt x="1166230" y="0"/>
                </a:cubicBezTo>
                <a:cubicBezTo>
                  <a:pt x="1414544" y="22879"/>
                  <a:pt x="1556251" y="15530"/>
                  <a:pt x="1865968" y="0"/>
                </a:cubicBezTo>
                <a:cubicBezTo>
                  <a:pt x="2175685" y="-15530"/>
                  <a:pt x="2343663" y="-27026"/>
                  <a:pt x="2465743" y="0"/>
                </a:cubicBezTo>
                <a:cubicBezTo>
                  <a:pt x="2587824" y="27026"/>
                  <a:pt x="2963350" y="27338"/>
                  <a:pt x="3332085" y="0"/>
                </a:cubicBezTo>
                <a:cubicBezTo>
                  <a:pt x="3338359" y="210379"/>
                  <a:pt x="3325709" y="322937"/>
                  <a:pt x="3332085" y="461665"/>
                </a:cubicBezTo>
                <a:cubicBezTo>
                  <a:pt x="3194325" y="467659"/>
                  <a:pt x="2799268" y="459318"/>
                  <a:pt x="2665668" y="461665"/>
                </a:cubicBezTo>
                <a:cubicBezTo>
                  <a:pt x="2532068" y="464012"/>
                  <a:pt x="2123523" y="434374"/>
                  <a:pt x="1965930" y="461665"/>
                </a:cubicBezTo>
                <a:cubicBezTo>
                  <a:pt x="1808337" y="488956"/>
                  <a:pt x="1540561" y="435164"/>
                  <a:pt x="1366155" y="461665"/>
                </a:cubicBezTo>
                <a:cubicBezTo>
                  <a:pt x="1191749" y="488166"/>
                  <a:pt x="902702" y="493508"/>
                  <a:pt x="699738" y="461665"/>
                </a:cubicBezTo>
                <a:cubicBezTo>
                  <a:pt x="496774" y="429822"/>
                  <a:pt x="335851" y="473056"/>
                  <a:pt x="0" y="461665"/>
                </a:cubicBezTo>
                <a:cubicBezTo>
                  <a:pt x="-2860" y="286253"/>
                  <a:pt x="-2779" y="195443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2238170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11. Click on this icon to select the requirements to be reviewed under this review task.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1A9608C-22E4-961F-02ED-0F8994D62740}"/>
              </a:ext>
            </a:extLst>
          </p:cNvPr>
          <p:cNvSpPr/>
          <p:nvPr/>
        </p:nvSpPr>
        <p:spPr>
          <a:xfrm>
            <a:off x="3289902" y="5463042"/>
            <a:ext cx="1139644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1DAAEE8-75AF-068D-63C7-3B892E9EE397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 flipV="1">
            <a:off x="4429546" y="5417606"/>
            <a:ext cx="617059" cy="174163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839625F-E277-57B4-B5DE-2B5ABA85FE53}"/>
              </a:ext>
            </a:extLst>
          </p:cNvPr>
          <p:cNvSpPr txBox="1"/>
          <p:nvPr/>
        </p:nvSpPr>
        <p:spPr>
          <a:xfrm>
            <a:off x="5046605" y="5279106"/>
            <a:ext cx="2518245" cy="276999"/>
          </a:xfr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12. Attach the review checklist here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F487900-5460-5DED-E112-94A6D8420CC2}"/>
              </a:ext>
            </a:extLst>
          </p:cNvPr>
          <p:cNvSpPr/>
          <p:nvPr/>
        </p:nvSpPr>
        <p:spPr>
          <a:xfrm>
            <a:off x="3235469" y="3103237"/>
            <a:ext cx="467935" cy="257453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1FC90D3-8499-89B7-808D-E9E2E6F970C8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3703404" y="3219592"/>
            <a:ext cx="630083" cy="12372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9D7E92A-1050-5DC7-B096-E315A5B50F62}"/>
              </a:ext>
            </a:extLst>
          </p:cNvPr>
          <p:cNvSpPr txBox="1"/>
          <p:nvPr/>
        </p:nvSpPr>
        <p:spPr>
          <a:xfrm>
            <a:off x="4333487" y="2988759"/>
            <a:ext cx="1891355" cy="461665"/>
          </a:xfrm>
          <a:custGeom>
            <a:avLst/>
            <a:gdLst>
              <a:gd name="connsiteX0" fmla="*/ 0 w 1891355"/>
              <a:gd name="connsiteY0" fmla="*/ 0 h 461665"/>
              <a:gd name="connsiteX1" fmla="*/ 630452 w 1891355"/>
              <a:gd name="connsiteY1" fmla="*/ 0 h 461665"/>
              <a:gd name="connsiteX2" fmla="*/ 1223076 w 1891355"/>
              <a:gd name="connsiteY2" fmla="*/ 0 h 461665"/>
              <a:gd name="connsiteX3" fmla="*/ 1891355 w 1891355"/>
              <a:gd name="connsiteY3" fmla="*/ 0 h 461665"/>
              <a:gd name="connsiteX4" fmla="*/ 1891355 w 1891355"/>
              <a:gd name="connsiteY4" fmla="*/ 461665 h 461665"/>
              <a:gd name="connsiteX5" fmla="*/ 1317644 w 1891355"/>
              <a:gd name="connsiteY5" fmla="*/ 461665 h 461665"/>
              <a:gd name="connsiteX6" fmla="*/ 743933 w 1891355"/>
              <a:gd name="connsiteY6" fmla="*/ 461665 h 461665"/>
              <a:gd name="connsiteX7" fmla="*/ 0 w 1891355"/>
              <a:gd name="connsiteY7" fmla="*/ 461665 h 461665"/>
              <a:gd name="connsiteX8" fmla="*/ 0 w 1891355"/>
              <a:gd name="connsiteY8" fmla="*/ 0 h 46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1355" h="461665" extrusionOk="0">
                <a:moveTo>
                  <a:pt x="0" y="0"/>
                </a:moveTo>
                <a:cubicBezTo>
                  <a:pt x="256251" y="5957"/>
                  <a:pt x="431906" y="-18844"/>
                  <a:pt x="630452" y="0"/>
                </a:cubicBezTo>
                <a:cubicBezTo>
                  <a:pt x="828998" y="18844"/>
                  <a:pt x="965849" y="12788"/>
                  <a:pt x="1223076" y="0"/>
                </a:cubicBezTo>
                <a:cubicBezTo>
                  <a:pt x="1480303" y="-12788"/>
                  <a:pt x="1755610" y="-23861"/>
                  <a:pt x="1891355" y="0"/>
                </a:cubicBezTo>
                <a:cubicBezTo>
                  <a:pt x="1889014" y="107798"/>
                  <a:pt x="1870659" y="349420"/>
                  <a:pt x="1891355" y="461665"/>
                </a:cubicBezTo>
                <a:cubicBezTo>
                  <a:pt x="1734499" y="484191"/>
                  <a:pt x="1499012" y="463358"/>
                  <a:pt x="1317644" y="461665"/>
                </a:cubicBezTo>
                <a:cubicBezTo>
                  <a:pt x="1136276" y="459972"/>
                  <a:pt x="920684" y="464775"/>
                  <a:pt x="743933" y="461665"/>
                </a:cubicBezTo>
                <a:cubicBezTo>
                  <a:pt x="567182" y="458555"/>
                  <a:pt x="228348" y="447391"/>
                  <a:pt x="0" y="461665"/>
                </a:cubicBezTo>
                <a:cubicBezTo>
                  <a:pt x="9371" y="232383"/>
                  <a:pt x="9027" y="96118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847779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5"/>
                </a:solidFill>
              </a:rPr>
              <a:t>13. Click on save icon to create the review task 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988F0F5-C92D-742A-FBD9-67DA42DEDD61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8655728" y="2809963"/>
            <a:ext cx="424374" cy="548643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3C27820-E880-9B95-9C79-19CF7178E5DD}"/>
              </a:ext>
            </a:extLst>
          </p:cNvPr>
          <p:cNvSpPr txBox="1"/>
          <p:nvPr/>
        </p:nvSpPr>
        <p:spPr>
          <a:xfrm>
            <a:off x="8134424" y="3358606"/>
            <a:ext cx="1891355" cy="646331"/>
          </a:xfr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14. The created review task will be visible in this pane with the ID </a:t>
            </a:r>
          </a:p>
        </p:txBody>
      </p:sp>
    </p:spTree>
    <p:extLst>
      <p:ext uri="{BB962C8B-B14F-4D97-AF65-F5344CB8AC3E}">
        <p14:creationId xmlns:p14="http://schemas.microsoft.com/office/powerpoint/2010/main" val="146251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C0D10D-8A6C-53D1-1F48-493051252A3A}"/>
              </a:ext>
            </a:extLst>
          </p:cNvPr>
          <p:cNvSpPr txBox="1"/>
          <p:nvPr/>
        </p:nvSpPr>
        <p:spPr>
          <a:xfrm>
            <a:off x="727968" y="1154098"/>
            <a:ext cx="10661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en-US" dirty="0"/>
              <a:t>Give briefing session to the reviewer regarding scope of the work items and inputs for those work items.</a:t>
            </a:r>
          </a:p>
          <a:p>
            <a:pPr marL="342900" indent="-342900">
              <a:buAutoNum type="arabicPeriod" startAt="3"/>
            </a:pPr>
            <a:r>
              <a:rPr lang="en-US" dirty="0"/>
              <a:t>Inform reviewer about review task in mail, so that the communication is documented.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A0E70-7B7B-098D-1820-8AB7507A02E2}"/>
              </a:ext>
            </a:extLst>
          </p:cNvPr>
          <p:cNvSpPr txBox="1"/>
          <p:nvPr/>
        </p:nvSpPr>
        <p:spPr>
          <a:xfrm>
            <a:off x="701980" y="481154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Step 1 : Initiating Review (Author’s Responsibility)</a:t>
            </a:r>
          </a:p>
        </p:txBody>
      </p:sp>
    </p:spTree>
    <p:extLst>
      <p:ext uri="{BB962C8B-B14F-4D97-AF65-F5344CB8AC3E}">
        <p14:creationId xmlns:p14="http://schemas.microsoft.com/office/powerpoint/2010/main" val="1390651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C0D10D-8A6C-53D1-1F48-493051252A3A}"/>
              </a:ext>
            </a:extLst>
          </p:cNvPr>
          <p:cNvSpPr txBox="1"/>
          <p:nvPr/>
        </p:nvSpPr>
        <p:spPr>
          <a:xfrm>
            <a:off x="727968" y="1154098"/>
            <a:ext cx="106612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Do not start the review without briefing session from author about work items.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 through the review checklist, which is attached in the review task.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Change the status of review task to “In Progress”.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Perform review of the work items which are related to the review task.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Give review feedback against each work item as a fresh comment in the review task.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A0E70-7B7B-098D-1820-8AB7507A02E2}"/>
              </a:ext>
            </a:extLst>
          </p:cNvPr>
          <p:cNvSpPr txBox="1"/>
          <p:nvPr/>
        </p:nvSpPr>
        <p:spPr>
          <a:xfrm>
            <a:off x="701980" y="481154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Step 2 : Perform Review (Reviewer’s Responsibility)</a:t>
            </a:r>
          </a:p>
        </p:txBody>
      </p:sp>
      <p:pic>
        <p:nvPicPr>
          <p:cNvPr id="6" name="Picture 5" descr="A diagram of a process&#10;&#10;Description automatically generated">
            <a:extLst>
              <a:ext uri="{FF2B5EF4-FFF2-40B4-BE49-F238E27FC236}">
                <a16:creationId xmlns:a16="http://schemas.microsoft.com/office/drawing/2014/main" id="{8C4BAFB3-A427-9D23-65EF-0BB09298D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956" y="2842705"/>
            <a:ext cx="8391525" cy="318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3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C0D10D-8A6C-53D1-1F48-493051252A3A}"/>
              </a:ext>
            </a:extLst>
          </p:cNvPr>
          <p:cNvSpPr txBox="1"/>
          <p:nvPr/>
        </p:nvSpPr>
        <p:spPr>
          <a:xfrm>
            <a:off x="727968" y="1154098"/>
            <a:ext cx="10661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Author should do the rework in work items as per review findings given by reviewer.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not agreed with the review finding, then convince the reviewer and reject it.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Author should reply against each comment of reviewer, regarding what rework he/she has done against each review finding.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A0E70-7B7B-098D-1820-8AB7507A02E2}"/>
              </a:ext>
            </a:extLst>
          </p:cNvPr>
          <p:cNvSpPr txBox="1"/>
          <p:nvPr/>
        </p:nvSpPr>
        <p:spPr>
          <a:xfrm>
            <a:off x="701980" y="481154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Step 3 : Review Rework (Author’s Responsibility)</a:t>
            </a:r>
          </a:p>
        </p:txBody>
      </p:sp>
    </p:spTree>
    <p:extLst>
      <p:ext uri="{BB962C8B-B14F-4D97-AF65-F5344CB8AC3E}">
        <p14:creationId xmlns:p14="http://schemas.microsoft.com/office/powerpoint/2010/main" val="1901616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C0D10D-8A6C-53D1-1F48-493051252A3A}"/>
              </a:ext>
            </a:extLst>
          </p:cNvPr>
          <p:cNvSpPr txBox="1"/>
          <p:nvPr/>
        </p:nvSpPr>
        <p:spPr>
          <a:xfrm>
            <a:off x="727968" y="1154098"/>
            <a:ext cx="10661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Change the status of comments by reviewer to resolved. This is to be done by author.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Create new baseline of work items after the rework has been done.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Mention this new baseline number in the description of review task.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Change the status of review task to Done.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A0E70-7B7B-098D-1820-8AB7507A02E2}"/>
              </a:ext>
            </a:extLst>
          </p:cNvPr>
          <p:cNvSpPr txBox="1"/>
          <p:nvPr/>
        </p:nvSpPr>
        <p:spPr>
          <a:xfrm>
            <a:off x="701980" y="481154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Step 4 : Close review task in consultation with reviewer</a:t>
            </a:r>
          </a:p>
        </p:txBody>
      </p:sp>
    </p:spTree>
    <p:extLst>
      <p:ext uri="{BB962C8B-B14F-4D97-AF65-F5344CB8AC3E}">
        <p14:creationId xmlns:p14="http://schemas.microsoft.com/office/powerpoint/2010/main" val="3274486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C0D10D-8A6C-53D1-1F48-493051252A3A}"/>
              </a:ext>
            </a:extLst>
          </p:cNvPr>
          <p:cNvSpPr txBox="1"/>
          <p:nvPr/>
        </p:nvSpPr>
        <p:spPr>
          <a:xfrm>
            <a:off x="727968" y="1154098"/>
            <a:ext cx="106612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the attributes of a review task:</a:t>
            </a:r>
            <a:br>
              <a:rPr lang="en-US" dirty="0"/>
            </a:br>
            <a:r>
              <a:rPr lang="en-US" dirty="0"/>
              <a:t>a) Review checklist</a:t>
            </a:r>
          </a:p>
          <a:p>
            <a:r>
              <a:rPr lang="en-US" dirty="0"/>
              <a:t>b) Baseline number of the document from which requirements have to be reviewed</a:t>
            </a:r>
            <a:br>
              <a:rPr lang="en-US" dirty="0"/>
            </a:br>
            <a:r>
              <a:rPr lang="en-US" dirty="0"/>
              <a:t>c) Related work items</a:t>
            </a:r>
            <a:br>
              <a:rPr lang="en-US" dirty="0"/>
            </a:br>
            <a:r>
              <a:rPr lang="en-US" dirty="0"/>
              <a:t>d) Author and Reviewer’s name</a:t>
            </a:r>
            <a:br>
              <a:rPr lang="en-US" dirty="0"/>
            </a:br>
            <a:r>
              <a:rPr lang="en-US" dirty="0"/>
              <a:t>e) Status of review task: To Do, In Review and Done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A0E70-7B7B-098D-1820-8AB7507A02E2}"/>
              </a:ext>
            </a:extLst>
          </p:cNvPr>
          <p:cNvSpPr txBox="1"/>
          <p:nvPr/>
        </p:nvSpPr>
        <p:spPr>
          <a:xfrm>
            <a:off x="701980" y="481154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Attributes of a Review Task</a:t>
            </a:r>
          </a:p>
        </p:txBody>
      </p:sp>
    </p:spTree>
    <p:extLst>
      <p:ext uri="{BB962C8B-B14F-4D97-AF65-F5344CB8AC3E}">
        <p14:creationId xmlns:p14="http://schemas.microsoft.com/office/powerpoint/2010/main" val="3892345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46DE24-6663-1FB5-6EC6-D8492F464BA8}"/>
              </a:ext>
            </a:extLst>
          </p:cNvPr>
          <p:cNvSpPr txBox="1"/>
          <p:nvPr/>
        </p:nvSpPr>
        <p:spPr>
          <a:xfrm>
            <a:off x="778302" y="0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SOP for Review Task with Baseline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919A6-AFB8-32FB-AD8B-33434159737F}"/>
              </a:ext>
            </a:extLst>
          </p:cNvPr>
          <p:cNvSpPr txBox="1"/>
          <p:nvPr/>
        </p:nvSpPr>
        <p:spPr>
          <a:xfrm>
            <a:off x="143278" y="543146"/>
            <a:ext cx="11727808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The work item(REQ, Arch) which is to be shared for review must be in “In-review” status.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After changing the status of work item in </a:t>
            </a:r>
            <a:r>
              <a:rPr lang="en-US" sz="1600" dirty="0" err="1"/>
              <a:t>Polarion</a:t>
            </a:r>
            <a:r>
              <a:rPr lang="en-US" sz="1600" dirty="0"/>
              <a:t>, it shall be baselined as </a:t>
            </a:r>
            <a:r>
              <a:rPr lang="en-US" sz="1600" dirty="0">
                <a:solidFill>
                  <a:schemeClr val="accent2"/>
                </a:solidFill>
              </a:rPr>
              <a:t>“CGVCU_ModuleName_VerificationReview_SWE.1/SWE.2_SubModuleName_DDMMYYYY” </a:t>
            </a:r>
            <a:r>
              <a:rPr lang="en-US" sz="1600" dirty="0"/>
              <a:t>before sharing it for review.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Author shall create the review task in </a:t>
            </a:r>
            <a:r>
              <a:rPr lang="en-US" sz="1600" dirty="0" err="1"/>
              <a:t>Polarion</a:t>
            </a:r>
            <a:r>
              <a:rPr lang="en-US" sz="1600" dirty="0"/>
              <a:t> (work item --&gt; Review) in which the requirements that needs to be reviewed shall be traced (relates to).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Author shall assign reviewer for each review task.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Review checklist shall be updated &amp; attached by Author in the review task. If the status of any review checklist is “NOK” then some rationale must be given in the remark section.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The status of the review task shall be changed by reviewer only.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Once the review task has been assigned to reviewer, he/she can change the status of the review task from “To Do” to “In-progress”.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After providing review findings via comments in the review task, the status shall be changed from “In-progress” to “Done” by the reviewer.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Once the review task is in “Done” state, the author can change the status of work item (REQ, Arch) from “In-progress” to “Re-work” and start re-working on the review findings.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After re-working on the work item, the author shall give reply against each review findings in the review task.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After re-working on the review findings, the author shall change the status of work item from “Re-work” to “In-review” &amp; then baseline it as </a:t>
            </a:r>
            <a:r>
              <a:rPr lang="en-US" sz="1600" dirty="0">
                <a:solidFill>
                  <a:schemeClr val="accent2"/>
                </a:solidFill>
              </a:rPr>
              <a:t>“CGVCU_ModuleName_ReviewRework_SWE.1/SWE.2_SubModuleName_DDMMYYYY” </a:t>
            </a:r>
            <a:r>
              <a:rPr lang="en-US" sz="1600" dirty="0"/>
              <a:t>which shall be updated in the description of related review task.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After re-working, the review task should contain two baselines (Review Rework and Verification Review)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If the reviewer is satisfied by the re-work of author, he/she can change the status of the review task from “Done” to “Accepted”.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Once the review task is in “Accepted” state, the author can change the status of related work item from “In-review” to “Reviewed” &amp; baseline it as </a:t>
            </a:r>
            <a:r>
              <a:rPr lang="en-US" sz="1600" dirty="0">
                <a:solidFill>
                  <a:schemeClr val="accent2"/>
                </a:solidFill>
              </a:rPr>
              <a:t>“CGVCU_ModuleName_Reviewed_SWE.1/SWE.2_SubModuleName_DDMMYYYY” </a:t>
            </a:r>
            <a:r>
              <a:rPr lang="en-US" sz="1600" dirty="0"/>
              <a:t>which shall be updated in the description of related review.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Once the work item is released, the Project Manager shall create the release note &amp; it shall be shared with customer for approval.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258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4B056B-7E5B-80B5-AB1C-0F4616471C1F}"/>
              </a:ext>
            </a:extLst>
          </p:cNvPr>
          <p:cNvSpPr txBox="1"/>
          <p:nvPr/>
        </p:nvSpPr>
        <p:spPr>
          <a:xfrm>
            <a:off x="796409" y="81481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/>
              <a:t>Naming Convention for Baselining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F85E2-7278-C2D6-8A05-B6AB41714166}"/>
              </a:ext>
            </a:extLst>
          </p:cNvPr>
          <p:cNvSpPr txBox="1"/>
          <p:nvPr/>
        </p:nvSpPr>
        <p:spPr>
          <a:xfrm>
            <a:off x="333399" y="633681"/>
            <a:ext cx="11716763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After changing the status of work item in </a:t>
            </a:r>
            <a:r>
              <a:rPr lang="en-US" sz="1600" dirty="0" err="1"/>
              <a:t>Polarion</a:t>
            </a:r>
            <a:r>
              <a:rPr lang="en-US" sz="1600" dirty="0"/>
              <a:t>, it shall be baselined as </a:t>
            </a:r>
            <a:r>
              <a:rPr lang="en-US" sz="1600" dirty="0">
                <a:solidFill>
                  <a:schemeClr val="accent2"/>
                </a:solidFill>
              </a:rPr>
              <a:t>“</a:t>
            </a:r>
            <a:r>
              <a:rPr lang="en-US" sz="1600" dirty="0" err="1">
                <a:solidFill>
                  <a:schemeClr val="accent2"/>
                </a:solidFill>
              </a:rPr>
              <a:t>CGVCU_ModuleName_VerificationReview_SYS.x</a:t>
            </a:r>
            <a:r>
              <a:rPr lang="en-US" sz="1600" dirty="0">
                <a:solidFill>
                  <a:schemeClr val="accent2"/>
                </a:solidFill>
              </a:rPr>
              <a:t>/</a:t>
            </a:r>
            <a:r>
              <a:rPr lang="en-US" sz="1600" dirty="0" err="1">
                <a:solidFill>
                  <a:schemeClr val="accent2"/>
                </a:solidFill>
              </a:rPr>
              <a:t>SWE.x_SubModuleName_DDMMYYYY</a:t>
            </a:r>
            <a:r>
              <a:rPr lang="en-US" sz="1600" dirty="0">
                <a:solidFill>
                  <a:schemeClr val="accent2"/>
                </a:solidFill>
              </a:rPr>
              <a:t>” </a:t>
            </a:r>
            <a:r>
              <a:rPr lang="en-US" sz="1600" dirty="0"/>
              <a:t>before sharing it for review.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After re-working on the review findings, the author shall change the status of work item from “Re-work” to “In-review” &amp; then baseline it as </a:t>
            </a:r>
            <a:r>
              <a:rPr lang="en-US" sz="1600" dirty="0">
                <a:solidFill>
                  <a:schemeClr val="accent2"/>
                </a:solidFill>
              </a:rPr>
              <a:t>“</a:t>
            </a:r>
            <a:r>
              <a:rPr lang="en-US" sz="1600" dirty="0" err="1">
                <a:solidFill>
                  <a:schemeClr val="accent2"/>
                </a:solidFill>
              </a:rPr>
              <a:t>CGVCU_ModuleName_ReviewRework_SYS.x</a:t>
            </a:r>
            <a:r>
              <a:rPr lang="en-US" sz="1600" dirty="0">
                <a:solidFill>
                  <a:schemeClr val="accent2"/>
                </a:solidFill>
              </a:rPr>
              <a:t>/</a:t>
            </a:r>
            <a:r>
              <a:rPr lang="en-US" sz="1600" dirty="0" err="1">
                <a:solidFill>
                  <a:schemeClr val="accent2"/>
                </a:solidFill>
              </a:rPr>
              <a:t>SWE.x_SubModuleName_DDMMYYYY</a:t>
            </a:r>
            <a:r>
              <a:rPr lang="en-US" sz="1600" dirty="0">
                <a:solidFill>
                  <a:schemeClr val="accent2"/>
                </a:solidFill>
              </a:rPr>
              <a:t>” </a:t>
            </a:r>
            <a:r>
              <a:rPr lang="en-US" sz="1600" dirty="0"/>
              <a:t>which shall be updated in the description of related review task.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Once the review task is in “Accepted” state, the author can change the status of related work item from “In-review” to “Reviewed” &amp; baseline it as </a:t>
            </a:r>
            <a:r>
              <a:rPr lang="en-US" sz="1600" dirty="0">
                <a:solidFill>
                  <a:schemeClr val="accent2"/>
                </a:solidFill>
              </a:rPr>
              <a:t>“</a:t>
            </a:r>
            <a:r>
              <a:rPr lang="en-US" sz="1600" dirty="0" err="1">
                <a:solidFill>
                  <a:schemeClr val="accent2"/>
                </a:solidFill>
              </a:rPr>
              <a:t>CGVCU_ModuleName_Reviewed_SYS.x</a:t>
            </a:r>
            <a:r>
              <a:rPr lang="en-US" sz="1600" dirty="0">
                <a:solidFill>
                  <a:schemeClr val="accent2"/>
                </a:solidFill>
              </a:rPr>
              <a:t>/</a:t>
            </a:r>
            <a:r>
              <a:rPr lang="en-US" sz="1600" dirty="0" err="1">
                <a:solidFill>
                  <a:schemeClr val="accent2"/>
                </a:solidFill>
              </a:rPr>
              <a:t>SWE.x_SubModuleName_DDMMYYYY</a:t>
            </a:r>
            <a:r>
              <a:rPr lang="en-US" sz="1600" dirty="0">
                <a:solidFill>
                  <a:schemeClr val="accent2"/>
                </a:solidFill>
              </a:rPr>
              <a:t>” </a:t>
            </a:r>
            <a:r>
              <a:rPr lang="en-US" sz="1600" dirty="0"/>
              <a:t>which shall be updated in the description of related review.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1BB18-F11D-3205-2504-09AFAA5B683C}"/>
              </a:ext>
            </a:extLst>
          </p:cNvPr>
          <p:cNvSpPr txBox="1"/>
          <p:nvPr/>
        </p:nvSpPr>
        <p:spPr>
          <a:xfrm>
            <a:off x="715224" y="3429000"/>
            <a:ext cx="720655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</a:t>
            </a:r>
            <a:r>
              <a:rPr lang="en-US" dirty="0" err="1">
                <a:solidFill>
                  <a:srgbClr val="000000"/>
                </a:solidFill>
              </a:rPr>
              <a:t>SYS.x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  <a:cs typeface="Calibri"/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rgbClr val="000000"/>
                </a:solidFill>
                <a:cs typeface="Calibri"/>
              </a:rPr>
              <a:t> SYS.2/SYS.3/SYS.4/SYS.5</a:t>
            </a:r>
            <a:endParaRPr lang="en-US" dirty="0"/>
          </a:p>
          <a:p>
            <a:r>
              <a:rPr lang="en-US" dirty="0">
                <a:cs typeface="Calibri"/>
              </a:rPr>
              <a:t>              </a:t>
            </a:r>
            <a:r>
              <a:rPr lang="en-US" err="1">
                <a:cs typeface="Calibri"/>
              </a:rPr>
              <a:t>SWE.x</a:t>
            </a:r>
            <a:r>
              <a:rPr lang="en-US" dirty="0">
                <a:cs typeface="Calibri"/>
              </a:rPr>
              <a:t> </a:t>
            </a:r>
            <a:r>
              <a:rPr lang="en-US">
                <a:cs typeface="Calibri"/>
                <a:sym typeface="Wingdings" panose="05000000000000000000" pitchFamily="2" charset="2"/>
              </a:rPr>
              <a:t></a:t>
            </a:r>
            <a:r>
              <a:rPr lang="en-US">
                <a:cs typeface="Calibri"/>
              </a:rPr>
              <a:t> SWE.1/SWE.2/SWE.3/SWE.4/SWE.5/SWE.6</a:t>
            </a:r>
          </a:p>
        </p:txBody>
      </p:sp>
    </p:spTree>
    <p:extLst>
      <p:ext uri="{BB962C8B-B14F-4D97-AF65-F5344CB8AC3E}">
        <p14:creationId xmlns:p14="http://schemas.microsoft.com/office/powerpoint/2010/main" val="153990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090D1C-45B2-8ECB-A9D6-384948AC55ED}"/>
              </a:ext>
            </a:extLst>
          </p:cNvPr>
          <p:cNvSpPr txBox="1"/>
          <p:nvPr/>
        </p:nvSpPr>
        <p:spPr>
          <a:xfrm>
            <a:off x="701980" y="3198167"/>
            <a:ext cx="1078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738618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1417</Words>
  <Application>Microsoft Office PowerPoint</Application>
  <PresentationFormat>Widescreen</PresentationFormat>
  <Paragraphs>98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1_Office Theme</vt:lpstr>
      <vt:lpstr>360° Review Process in Polarion Author Harish Sahu System Engineer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Harish Sahu</dc:creator>
  <cp:lastModifiedBy>Apoorva Aithappa</cp:lastModifiedBy>
  <cp:revision>8</cp:revision>
  <dcterms:created xsi:type="dcterms:W3CDTF">2024-04-09T06:50:13Z</dcterms:created>
  <dcterms:modified xsi:type="dcterms:W3CDTF">2024-11-15T06:51:14Z</dcterms:modified>
</cp:coreProperties>
</file>