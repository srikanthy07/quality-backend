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sldIdLst>
    <p:sldId id="260" r:id="rId2"/>
    <p:sldId id="267" r:id="rId3"/>
    <p:sldId id="269" r:id="rId4"/>
  </p:sldIdLst>
  <p:sldSz cx="164592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E67B4-D388-4D04-1B38-F73E5AFF55A8}" v="1277" dt="2026-04-02T11:59:57.427"/>
    <p1510:client id="{8969A789-934E-F6ED-8363-7725F2008B7E}" v="1" dt="2026-04-02T12:57:42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vi  Sahu" userId="S::purvi.sahu@iast-software.com::eaed1e12-bc06-4498-b0b0-397df4cad69b" providerId="AD" clId="Web-{8969A789-934E-F6ED-8363-7725F2008B7E}"/>
    <pc:docChg chg="modSld">
      <pc:chgData name="Purvi  Sahu" userId="S::purvi.sahu@iast-software.com::eaed1e12-bc06-4498-b0b0-397df4cad69b" providerId="AD" clId="Web-{8969A789-934E-F6ED-8363-7725F2008B7E}" dt="2026-04-02T12:57:42.618" v="0"/>
      <pc:docMkLst>
        <pc:docMk/>
      </pc:docMkLst>
      <pc:sldChg chg="mod modShow">
        <pc:chgData name="Purvi  Sahu" userId="S::purvi.sahu@iast-software.com::eaed1e12-bc06-4498-b0b0-397df4cad69b" providerId="AD" clId="Web-{8969A789-934E-F6ED-8363-7725F2008B7E}" dt="2026-04-02T12:57:42.618" v="0"/>
        <pc:sldMkLst>
          <pc:docMk/>
          <pc:sldMk cId="3171803600" sldId="267"/>
        </pc:sldMkLst>
      </pc:sldChg>
    </pc:docChg>
  </pc:docChgLst>
  <pc:docChgLst>
    <pc:chgData name="Purvi  Sahu" userId="S::purvi.sahu@iast-software.com::eaed1e12-bc06-4498-b0b0-397df4cad69b" providerId="AD" clId="Web-{03EE67B4-D388-4D04-1B38-F73E5AFF55A8}"/>
    <pc:docChg chg="modSld">
      <pc:chgData name="Purvi  Sahu" userId="S::purvi.sahu@iast-software.com::eaed1e12-bc06-4498-b0b0-397df4cad69b" providerId="AD" clId="Web-{03EE67B4-D388-4D04-1B38-F73E5AFF55A8}" dt="2026-04-02T11:59:56.255" v="1252"/>
      <pc:docMkLst>
        <pc:docMk/>
      </pc:docMkLst>
      <pc:sldChg chg="addSp modSp">
        <pc:chgData name="Purvi  Sahu" userId="S::purvi.sahu@iast-software.com::eaed1e12-bc06-4498-b0b0-397df4cad69b" providerId="AD" clId="Web-{03EE67B4-D388-4D04-1B38-F73E5AFF55A8}" dt="2026-04-02T11:44:12.023" v="741" actId="14100"/>
        <pc:sldMkLst>
          <pc:docMk/>
          <pc:sldMk cId="3171803600" sldId="267"/>
        </pc:sldMkLst>
        <pc:spChg chg="add mod">
          <ac:chgData name="Purvi  Sahu" userId="S::purvi.sahu@iast-software.com::eaed1e12-bc06-4498-b0b0-397df4cad69b" providerId="AD" clId="Web-{03EE67B4-D388-4D04-1B38-F73E5AFF55A8}" dt="2026-04-02T11:39:03.363" v="682" actId="1076"/>
          <ac:spMkLst>
            <pc:docMk/>
            <pc:sldMk cId="3171803600" sldId="267"/>
            <ac:spMk id="2" creationId="{BE399B8E-A0DB-5675-FACA-C4C86C8EEF9B}"/>
          </ac:spMkLst>
        </pc:spChg>
        <pc:spChg chg="mod">
          <ac:chgData name="Purvi  Sahu" userId="S::purvi.sahu@iast-software.com::eaed1e12-bc06-4498-b0b0-397df4cad69b" providerId="AD" clId="Web-{03EE67B4-D388-4D04-1B38-F73E5AFF55A8}" dt="2026-04-02T11:22:42.312" v="572" actId="1076"/>
          <ac:spMkLst>
            <pc:docMk/>
            <pc:sldMk cId="3171803600" sldId="267"/>
            <ac:spMk id="6" creationId="{EC9FED95-97E2-0CDA-D3F6-4E13119DA672}"/>
          </ac:spMkLst>
        </pc:spChg>
        <pc:spChg chg="mod">
          <ac:chgData name="Purvi  Sahu" userId="S::purvi.sahu@iast-software.com::eaed1e12-bc06-4498-b0b0-397df4cad69b" providerId="AD" clId="Web-{03EE67B4-D388-4D04-1B38-F73E5AFF55A8}" dt="2026-04-02T11:41:47.614" v="738" actId="20577"/>
          <ac:spMkLst>
            <pc:docMk/>
            <pc:sldMk cId="3171803600" sldId="267"/>
            <ac:spMk id="9" creationId="{3064883F-B994-8BA7-DF8B-1A62E28ABD57}"/>
          </ac:spMkLst>
        </pc:spChg>
        <pc:spChg chg="mod">
          <ac:chgData name="Purvi  Sahu" userId="S::purvi.sahu@iast-software.com::eaed1e12-bc06-4498-b0b0-397df4cad69b" providerId="AD" clId="Web-{03EE67B4-D388-4D04-1B38-F73E5AFF55A8}" dt="2026-04-02T11:22:01.202" v="566" actId="1076"/>
          <ac:spMkLst>
            <pc:docMk/>
            <pc:sldMk cId="3171803600" sldId="267"/>
            <ac:spMk id="10" creationId="{51500E6A-4644-F41E-A893-290BDC381B84}"/>
          </ac:spMkLst>
        </pc:spChg>
        <pc:spChg chg="mod">
          <ac:chgData name="Purvi  Sahu" userId="S::purvi.sahu@iast-software.com::eaed1e12-bc06-4498-b0b0-397df4cad69b" providerId="AD" clId="Web-{03EE67B4-D388-4D04-1B38-F73E5AFF55A8}" dt="2026-04-02T11:26:24.314" v="651" actId="1076"/>
          <ac:spMkLst>
            <pc:docMk/>
            <pc:sldMk cId="3171803600" sldId="267"/>
            <ac:spMk id="15" creationId="{8E70A4D8-A221-3277-6345-DB3F7542CE45}"/>
          </ac:spMkLst>
        </pc:spChg>
        <pc:spChg chg="add mod">
          <ac:chgData name="Purvi  Sahu" userId="S::purvi.sahu@iast-software.com::eaed1e12-bc06-4498-b0b0-397df4cad69b" providerId="AD" clId="Web-{03EE67B4-D388-4D04-1B38-F73E5AFF55A8}" dt="2026-04-02T11:44:00.742" v="739" actId="1076"/>
          <ac:spMkLst>
            <pc:docMk/>
            <pc:sldMk cId="3171803600" sldId="267"/>
            <ac:spMk id="17" creationId="{5E862EDB-5D66-06E7-E321-9D6B23B09154}"/>
          </ac:spMkLst>
        </pc:spChg>
        <pc:spChg chg="mod">
          <ac:chgData name="Purvi  Sahu" userId="S::purvi.sahu@iast-software.com::eaed1e12-bc06-4498-b0b0-397df4cad69b" providerId="AD" clId="Web-{03EE67B4-D388-4D04-1B38-F73E5AFF55A8}" dt="2026-04-02T11:21:31.515" v="565" actId="20577"/>
          <ac:spMkLst>
            <pc:docMk/>
            <pc:sldMk cId="3171803600" sldId="267"/>
            <ac:spMk id="21" creationId="{7654B638-17C2-7E2B-F4A3-E958BD125358}"/>
          </ac:spMkLst>
        </pc:spChg>
        <pc:spChg chg="mod">
          <ac:chgData name="Purvi  Sahu" userId="S::purvi.sahu@iast-software.com::eaed1e12-bc06-4498-b0b0-397df4cad69b" providerId="AD" clId="Web-{03EE67B4-D388-4D04-1B38-F73E5AFF55A8}" dt="2026-04-02T11:40:46.567" v="716" actId="1076"/>
          <ac:spMkLst>
            <pc:docMk/>
            <pc:sldMk cId="3171803600" sldId="267"/>
            <ac:spMk id="23" creationId="{078C2FAE-C6C1-F8C5-CC1A-F49AEEBF7C6E}"/>
          </ac:spMkLst>
        </pc:spChg>
        <pc:spChg chg="mod">
          <ac:chgData name="Purvi  Sahu" userId="S::purvi.sahu@iast-software.com::eaed1e12-bc06-4498-b0b0-397df4cad69b" providerId="AD" clId="Web-{03EE67B4-D388-4D04-1B38-F73E5AFF55A8}" dt="2026-04-02T11:40:46.629" v="718" actId="1076"/>
          <ac:spMkLst>
            <pc:docMk/>
            <pc:sldMk cId="3171803600" sldId="267"/>
            <ac:spMk id="59" creationId="{041DE419-3FC0-297D-BA11-F83C62C91BC1}"/>
          </ac:spMkLst>
        </pc:spChg>
        <pc:cxnChg chg="add mod">
          <ac:chgData name="Purvi  Sahu" userId="S::purvi.sahu@iast-software.com::eaed1e12-bc06-4498-b0b0-397df4cad69b" providerId="AD" clId="Web-{03EE67B4-D388-4D04-1B38-F73E5AFF55A8}" dt="2026-04-02T11:41:07.114" v="722" actId="14100"/>
          <ac:cxnSpMkLst>
            <pc:docMk/>
            <pc:sldMk cId="3171803600" sldId="267"/>
            <ac:cxnSpMk id="18" creationId="{A92CE6B8-7911-C7EA-C74E-1521266F91B0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22:42.312" v="572" actId="1076"/>
          <ac:cxnSpMkLst>
            <pc:docMk/>
            <pc:sldMk cId="3171803600" sldId="267"/>
            <ac:cxnSpMk id="34" creationId="{06F8EB90-6CE7-46B5-581F-9396E0DECFFF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26:24.314" v="651" actId="1076"/>
          <ac:cxnSpMkLst>
            <pc:docMk/>
            <pc:sldMk cId="3171803600" sldId="267"/>
            <ac:cxnSpMk id="46" creationId="{D19B3A60-C935-A806-873B-C555B5F745B4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22:42.312" v="572" actId="1076"/>
          <ac:cxnSpMkLst>
            <pc:docMk/>
            <pc:sldMk cId="3171803600" sldId="267"/>
            <ac:cxnSpMk id="65" creationId="{7D4DA2A6-7DF9-7A44-EF33-C82CF268B649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40:46.661" v="719" actId="1076"/>
          <ac:cxnSpMkLst>
            <pc:docMk/>
            <pc:sldMk cId="3171803600" sldId="267"/>
            <ac:cxnSpMk id="68" creationId="{A9AC0002-ADFC-F6C7-3B2B-570F3EF1E61E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22:01.202" v="566" actId="1076"/>
          <ac:cxnSpMkLst>
            <pc:docMk/>
            <pc:sldMk cId="3171803600" sldId="267"/>
            <ac:cxnSpMk id="73" creationId="{2C167B1B-184B-EED7-6730-875611AD4B7E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40:46.598" v="717" actId="1076"/>
          <ac:cxnSpMkLst>
            <pc:docMk/>
            <pc:sldMk cId="3171803600" sldId="267"/>
            <ac:cxnSpMk id="75" creationId="{BA5F003C-5E3E-9BA6-E41A-411A2C4C9493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26:24.314" v="651" actId="1076"/>
          <ac:cxnSpMkLst>
            <pc:docMk/>
            <pc:sldMk cId="3171803600" sldId="267"/>
            <ac:cxnSpMk id="96" creationId="{4683C5E3-FCA6-6BF8-0426-86E56BB5B408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22:42.312" v="572" actId="1076"/>
          <ac:cxnSpMkLst>
            <pc:docMk/>
            <pc:sldMk cId="3171803600" sldId="267"/>
            <ac:cxnSpMk id="117" creationId="{95168532-0823-71B9-2CD7-C5B173FE1A51}"/>
          </ac:cxnSpMkLst>
        </pc:cxnChg>
        <pc:cxnChg chg="mod">
          <ac:chgData name="Purvi  Sahu" userId="S::purvi.sahu@iast-software.com::eaed1e12-bc06-4498-b0b0-397df4cad69b" providerId="AD" clId="Web-{03EE67B4-D388-4D04-1B38-F73E5AFF55A8}" dt="2026-04-02T11:44:12.023" v="741" actId="14100"/>
          <ac:cxnSpMkLst>
            <pc:docMk/>
            <pc:sldMk cId="3171803600" sldId="267"/>
            <ac:cxnSpMk id="137" creationId="{EC44EFCD-3C36-902C-865B-37A276C52CD3}"/>
          </ac:cxnSpMkLst>
        </pc:cxnChg>
      </pc:sldChg>
      <pc:sldChg chg="modSp">
        <pc:chgData name="Purvi  Sahu" userId="S::purvi.sahu@iast-software.com::eaed1e12-bc06-4498-b0b0-397df4cad69b" providerId="AD" clId="Web-{03EE67B4-D388-4D04-1B38-F73E5AFF55A8}" dt="2026-04-02T11:59:56.255" v="1252"/>
        <pc:sldMkLst>
          <pc:docMk/>
          <pc:sldMk cId="31986297" sldId="269"/>
        </pc:sldMkLst>
        <pc:graphicFrameChg chg="mod modGraphic">
          <ac:chgData name="Purvi  Sahu" userId="S::purvi.sahu@iast-software.com::eaed1e12-bc06-4498-b0b0-397df4cad69b" providerId="AD" clId="Web-{03EE67B4-D388-4D04-1B38-F73E5AFF55A8}" dt="2026-04-02T11:59:56.255" v="1252"/>
          <ac:graphicFrameMkLst>
            <pc:docMk/>
            <pc:sldMk cId="31986297" sldId="269"/>
            <ac:graphicFrameMk id="4" creationId="{E513A04C-07B8-E9CE-7D7C-424F4E8F7B2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3CFD0-3FF7-4A5C-B5A1-8DB59873A523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2463" y="1143000"/>
            <a:ext cx="5553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12457-6312-4D6E-9BBB-36C8AF4C6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7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1pPr>
    <a:lvl2pPr marL="614477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2pPr>
    <a:lvl3pPr marL="122895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3pPr>
    <a:lvl4pPr marL="1843430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4pPr>
    <a:lvl5pPr marL="2457907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5pPr>
    <a:lvl6pPr marL="307238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6pPr>
    <a:lvl7pPr marL="3686861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7pPr>
    <a:lvl8pPr marL="4301338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8pPr>
    <a:lvl9pPr marL="491581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2463" y="1143000"/>
            <a:ext cx="55530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496484"/>
            <a:ext cx="123444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4802717"/>
            <a:ext cx="123444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5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4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2279652"/>
            <a:ext cx="1419606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6119285"/>
            <a:ext cx="1419606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2434167"/>
            <a:ext cx="699516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2434167"/>
            <a:ext cx="699516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30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486834"/>
            <a:ext cx="1419606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5" y="2241551"/>
            <a:ext cx="696301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5" y="3340100"/>
            <a:ext cx="696301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0" y="2241551"/>
            <a:ext cx="6997304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0" y="3340100"/>
            <a:ext cx="6997304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2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2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48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609600"/>
            <a:ext cx="5308520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1316567"/>
            <a:ext cx="833247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743200"/>
            <a:ext cx="5308520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7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609600"/>
            <a:ext cx="5308520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1316567"/>
            <a:ext cx="833247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2743200"/>
            <a:ext cx="5308520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5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9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5" y="486834"/>
            <a:ext cx="354901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0" y="486834"/>
            <a:ext cx="1044130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68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757"/>
            <a:ext cx="16459049" cy="91344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6459200" cy="9144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342" y="4668000"/>
            <a:ext cx="7775259" cy="2270904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600" y="1692000"/>
            <a:ext cx="15552000" cy="24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416CF-2219-49E4-64AF-12926EFE54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851303" y="233357"/>
            <a:ext cx="2053492" cy="88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3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486834"/>
            <a:ext cx="1419606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2434167"/>
            <a:ext cx="1419606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8475134"/>
            <a:ext cx="37033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34441-DB58-4E8A-8498-D6BF6937DDC6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8475134"/>
            <a:ext cx="55549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8475134"/>
            <a:ext cx="37033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1E966-10CB-4FD4-9CE9-7ECD55711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4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19AB89D0-8562-49A8-BAFA-01679A4C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354" y="3974346"/>
            <a:ext cx="9593446" cy="224140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Document History Flowchart</a:t>
            </a:r>
            <a:br>
              <a:rPr lang="en-US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Author</a:t>
            </a: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  <a:cs typeface="Calibri Light"/>
              </a:rPr>
              <a:t>Purvi Sahu</a:t>
            </a:r>
            <a:br>
              <a:rPr lang="en-US" sz="2800">
                <a:solidFill>
                  <a:schemeClr val="bg1"/>
                </a:solidFill>
              </a:rPr>
            </a:br>
            <a:r>
              <a:rPr lang="en-US" sz="2800">
                <a:solidFill>
                  <a:schemeClr val="bg1"/>
                </a:solidFill>
              </a:rPr>
              <a:t>Quality Engineer, Central Engineering Department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B0AE6E-7188-08FC-ED70-928C4C9D492F}"/>
              </a:ext>
            </a:extLst>
          </p:cNvPr>
          <p:cNvSpPr/>
          <p:nvPr/>
        </p:nvSpPr>
        <p:spPr>
          <a:xfrm>
            <a:off x="9406341" y="1714599"/>
            <a:ext cx="967669" cy="26711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Draft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4A4B3-95B4-967F-F010-8D881421D787}"/>
              </a:ext>
            </a:extLst>
          </p:cNvPr>
          <p:cNvSpPr/>
          <p:nvPr/>
        </p:nvSpPr>
        <p:spPr>
          <a:xfrm>
            <a:off x="8892185" y="2250273"/>
            <a:ext cx="1995968" cy="7122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n-US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Documents shall be baselined before sharing for review, it shall be updated in Document History as “In-review” with minor version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FED95-97E2-0CDA-D3F6-4E13119DA672}"/>
              </a:ext>
            </a:extLst>
          </p:cNvPr>
          <p:cNvSpPr/>
          <p:nvPr/>
        </p:nvSpPr>
        <p:spPr>
          <a:xfrm>
            <a:off x="9406341" y="3316068"/>
            <a:ext cx="967669" cy="2940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In-review</a:t>
            </a:r>
            <a:endParaRPr lang="en-US" sz="120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3D68D3BF-CAF0-BEEC-A3D0-C3FC9D35106D}"/>
              </a:ext>
            </a:extLst>
          </p:cNvPr>
          <p:cNvSpPr/>
          <p:nvPr/>
        </p:nvSpPr>
        <p:spPr>
          <a:xfrm>
            <a:off x="8805023" y="3912969"/>
            <a:ext cx="2160280" cy="1165259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Has reviewer provided any review findings?  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84562B-C67E-EF65-4E24-1C9DD9D94CDC}"/>
              </a:ext>
            </a:extLst>
          </p:cNvPr>
          <p:cNvSpPr/>
          <p:nvPr/>
        </p:nvSpPr>
        <p:spPr>
          <a:xfrm>
            <a:off x="11606006" y="3529028"/>
            <a:ext cx="2075897" cy="1927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n-US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there is no review findings, reviewer must provide rationale for no review findings, then the Author shall update the Document History as “Approved” with minor version.</a:t>
            </a:r>
          </a:p>
          <a:p>
            <a:pPr algn="ctr">
              <a:defRPr/>
            </a:pPr>
            <a:r>
              <a:rPr lang="en-US" sz="1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</a:p>
          <a:p>
            <a:pPr algn="just">
              <a:defRPr/>
            </a:pPr>
            <a:r>
              <a:rPr lang="en-US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all the review findings has been closed with reviewer's consensus after re-review, then the Author shall update the Document History as “Approved” with minor version</a:t>
            </a:r>
          </a:p>
          <a:p>
            <a:pPr algn="just">
              <a:defRPr/>
            </a:pPr>
            <a:endParaRPr lang="en-US" sz="100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500E6A-4644-F41E-A893-290BDC381B84}"/>
              </a:ext>
            </a:extLst>
          </p:cNvPr>
          <p:cNvSpPr/>
          <p:nvPr/>
        </p:nvSpPr>
        <p:spPr>
          <a:xfrm>
            <a:off x="11475717" y="6156832"/>
            <a:ext cx="967669" cy="30721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Reviewed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E4A2B5-9791-2E4C-7F8E-EC06497FAEE5}"/>
              </a:ext>
            </a:extLst>
          </p:cNvPr>
          <p:cNvSpPr/>
          <p:nvPr/>
        </p:nvSpPr>
        <p:spPr>
          <a:xfrm>
            <a:off x="6153703" y="4018356"/>
            <a:ext cx="2075897" cy="928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n-US" sz="1000">
                <a:solidFill>
                  <a:prstClr val="black"/>
                </a:solidFill>
                <a:latin typeface="Aptos" panose="02110004020202020204"/>
              </a:rPr>
              <a:t>If reviewer has provided any review findings, then author shall baseline the document in which rework has to be done &amp; update Document History as “Re-work” with minor version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C16C7-F4D5-28B9-F437-954F10815D27}"/>
              </a:ext>
            </a:extLst>
          </p:cNvPr>
          <p:cNvSpPr/>
          <p:nvPr/>
        </p:nvSpPr>
        <p:spPr>
          <a:xfrm>
            <a:off x="4774290" y="4339525"/>
            <a:ext cx="911039" cy="2940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Re-work</a:t>
            </a:r>
            <a:endParaRPr lang="en-US" sz="12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EE6A85-AF13-B81E-42D6-0A860750ECA7}"/>
              </a:ext>
            </a:extLst>
          </p:cNvPr>
          <p:cNvSpPr/>
          <p:nvPr/>
        </p:nvSpPr>
        <p:spPr>
          <a:xfrm>
            <a:off x="2262508" y="4011068"/>
            <a:ext cx="2075897" cy="928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n-US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re-working on the review findings, author shall inform reviewer for re-review &amp; update the Document History as “In-review” with minor version.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70A4D8-A221-3277-6345-DB3F7542CE45}"/>
              </a:ext>
            </a:extLst>
          </p:cNvPr>
          <p:cNvSpPr/>
          <p:nvPr/>
        </p:nvSpPr>
        <p:spPr>
          <a:xfrm>
            <a:off x="11004688" y="6711447"/>
            <a:ext cx="1910860" cy="6923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After Cross functional review, the </a:t>
            </a:r>
            <a:r>
              <a:rPr lang="en-US" sz="10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author shall share the document with Project Manager for review via mail</a:t>
            </a:r>
            <a:r>
              <a:rPr lang="en-US" sz="10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239FD-22AA-21DB-E05F-F5D5F223D05F}"/>
              </a:ext>
            </a:extLst>
          </p:cNvPr>
          <p:cNvSpPr/>
          <p:nvPr/>
        </p:nvSpPr>
        <p:spPr>
          <a:xfrm>
            <a:off x="2718027" y="6212063"/>
            <a:ext cx="2075897" cy="928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n-US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Author shall re-work on the review findings provided by Quality team &amp; again baseline the document and update the Document History as “Re-work” with minor version 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7654B638-17C2-7E2B-F4A3-E958BD125358}"/>
              </a:ext>
            </a:extLst>
          </p:cNvPr>
          <p:cNvSpPr/>
          <p:nvPr/>
        </p:nvSpPr>
        <p:spPr>
          <a:xfrm>
            <a:off x="5783337" y="6063808"/>
            <a:ext cx="2336580" cy="1225158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Has Project Manager provided </a:t>
            </a:r>
            <a:r>
              <a:rPr lang="en-US" sz="1050" dirty="0">
                <a:solidFill>
                  <a:schemeClr val="bg1"/>
                </a:solidFill>
              </a:rPr>
              <a:t>any review findings? 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8C2FAE-C6C1-F8C5-CC1A-F49AEEBF7C6E}"/>
              </a:ext>
            </a:extLst>
          </p:cNvPr>
          <p:cNvSpPr/>
          <p:nvPr/>
        </p:nvSpPr>
        <p:spPr>
          <a:xfrm>
            <a:off x="9565784" y="8508827"/>
            <a:ext cx="967669" cy="2940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Released</a:t>
            </a:r>
            <a:endParaRPr lang="en-US" sz="120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F8EB90-6CE7-46B5-581F-9396E0DECFFF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9885163" y="3610070"/>
            <a:ext cx="5006" cy="30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D19B3A60-C935-A806-873B-C555B5F745B4}"/>
              </a:ext>
            </a:extLst>
          </p:cNvPr>
          <p:cNvCxnSpPr>
            <a:cxnSpLocks/>
            <a:stCxn id="15" idx="1"/>
            <a:endCxn id="21" idx="3"/>
          </p:cNvCxnSpPr>
          <p:nvPr/>
        </p:nvCxnSpPr>
        <p:spPr>
          <a:xfrm rot="10800000">
            <a:off x="8119918" y="6676388"/>
            <a:ext cx="2884771" cy="38125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E467105-0796-3248-DD05-DC7390EB3865}"/>
              </a:ext>
            </a:extLst>
          </p:cNvPr>
          <p:cNvCxnSpPr>
            <a:cxnSpLocks/>
            <a:stCxn id="21" idx="1"/>
            <a:endCxn id="16" idx="3"/>
          </p:cNvCxnSpPr>
          <p:nvPr/>
        </p:nvCxnSpPr>
        <p:spPr>
          <a:xfrm flipH="1">
            <a:off x="4793923" y="6676387"/>
            <a:ext cx="9894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C82807F-DBC2-091A-DA56-CB78DE34B07B}"/>
              </a:ext>
            </a:extLst>
          </p:cNvPr>
          <p:cNvCxnSpPr>
            <a:cxnSpLocks/>
            <a:stCxn id="16" idx="0"/>
            <a:endCxn id="13" idx="2"/>
          </p:cNvCxnSpPr>
          <p:nvPr/>
        </p:nvCxnSpPr>
        <p:spPr>
          <a:xfrm rot="5400000" flipH="1" flipV="1">
            <a:off x="3703629" y="4685882"/>
            <a:ext cx="1578529" cy="147383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49B1AC2-C4CA-74C5-DC75-F5C47678CAA7}"/>
              </a:ext>
            </a:extLst>
          </p:cNvPr>
          <p:cNvCxnSpPr>
            <a:stCxn id="12" idx="1"/>
            <a:endCxn id="13" idx="3"/>
          </p:cNvCxnSpPr>
          <p:nvPr/>
        </p:nvCxnSpPr>
        <p:spPr>
          <a:xfrm flipH="1">
            <a:off x="5685329" y="4482680"/>
            <a:ext cx="468374" cy="3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D3A561D-9C18-52FA-CEA7-F74512A6312D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 flipV="1">
            <a:off x="4338405" y="4475392"/>
            <a:ext cx="435885" cy="11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7D4DA2A6-7DF9-7A44-EF33-C82CF268B649}"/>
              </a:ext>
            </a:extLst>
          </p:cNvPr>
          <p:cNvCxnSpPr>
            <a:stCxn id="14" idx="0"/>
            <a:endCxn id="6" idx="1"/>
          </p:cNvCxnSpPr>
          <p:nvPr/>
        </p:nvCxnSpPr>
        <p:spPr>
          <a:xfrm rot="5400000" flipH="1" flipV="1">
            <a:off x="6079402" y="684129"/>
            <a:ext cx="547995" cy="61058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D827806-9384-D6E6-8149-BF95CDB4AAF2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0965303" y="4493012"/>
            <a:ext cx="640703" cy="2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C167B1B-184B-EED7-6730-875611AD4B7E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11951836" y="5464712"/>
            <a:ext cx="699837" cy="68440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A5F003C-5E3E-9BA6-E41A-411A2C4C9493}"/>
              </a:ext>
            </a:extLst>
          </p:cNvPr>
          <p:cNvCxnSpPr>
            <a:cxnSpLocks/>
          </p:cNvCxnSpPr>
          <p:nvPr/>
        </p:nvCxnSpPr>
        <p:spPr>
          <a:xfrm>
            <a:off x="8204149" y="8655825"/>
            <a:ext cx="13616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9D4FAC1-55E9-8C75-BC4A-F87E5C9C5BA7}"/>
              </a:ext>
            </a:extLst>
          </p:cNvPr>
          <p:cNvCxnSpPr>
            <a:cxnSpLocks/>
            <a:stCxn id="7" idx="1"/>
            <a:endCxn id="12" idx="3"/>
          </p:cNvCxnSpPr>
          <p:nvPr/>
        </p:nvCxnSpPr>
        <p:spPr>
          <a:xfrm flipH="1" flipV="1">
            <a:off x="8229600" y="4482680"/>
            <a:ext cx="575423" cy="12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AC47319-B3DE-9200-5C89-43122008A28F}"/>
              </a:ext>
            </a:extLst>
          </p:cNvPr>
          <p:cNvSpPr txBox="1"/>
          <p:nvPr/>
        </p:nvSpPr>
        <p:spPr>
          <a:xfrm>
            <a:off x="11089248" y="4273487"/>
            <a:ext cx="4423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69B9EC6-65E8-1445-B777-85F4188553BC}"/>
              </a:ext>
            </a:extLst>
          </p:cNvPr>
          <p:cNvSpPr txBox="1"/>
          <p:nvPr/>
        </p:nvSpPr>
        <p:spPr>
          <a:xfrm>
            <a:off x="8371525" y="4264593"/>
            <a:ext cx="396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CA790C2-0CB6-6924-485C-C9A9FDB070E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890169" y="1981716"/>
            <a:ext cx="0" cy="268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95168532-0823-71B9-2CD7-C5B173FE1A5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9890169" y="2962489"/>
            <a:ext cx="0" cy="353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6ABB0DC-1821-278D-0498-88A244E75E66}"/>
              </a:ext>
            </a:extLst>
          </p:cNvPr>
          <p:cNvSpPr/>
          <p:nvPr/>
        </p:nvSpPr>
        <p:spPr>
          <a:xfrm>
            <a:off x="5941379" y="1714599"/>
            <a:ext cx="1995968" cy="7383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defRPr/>
            </a:pPr>
            <a:r>
              <a:rPr lang="en-US" sz="100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While updating any template according to project need, it should be in “Draft” with minor versions</a:t>
            </a:r>
          </a:p>
        </p:txBody>
      </p: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C46F6C8B-7304-E010-A44C-E325F6630AD4}"/>
              </a:ext>
            </a:extLst>
          </p:cNvPr>
          <p:cNvCxnSpPr>
            <a:cxnSpLocks/>
            <a:stCxn id="140" idx="3"/>
            <a:endCxn id="4" idx="1"/>
          </p:cNvCxnSpPr>
          <p:nvPr/>
        </p:nvCxnSpPr>
        <p:spPr>
          <a:xfrm flipV="1">
            <a:off x="7937347" y="1848158"/>
            <a:ext cx="1468994" cy="2356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22A1C6E-7424-16B5-C652-5D9A6947C757}"/>
              </a:ext>
            </a:extLst>
          </p:cNvPr>
          <p:cNvSpPr txBox="1"/>
          <p:nvPr/>
        </p:nvSpPr>
        <p:spPr>
          <a:xfrm>
            <a:off x="6617401" y="7288966"/>
            <a:ext cx="396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3DEEEB-3B00-54FC-7106-FE5D8C481CE0}"/>
              </a:ext>
            </a:extLst>
          </p:cNvPr>
          <p:cNvSpPr txBox="1"/>
          <p:nvPr/>
        </p:nvSpPr>
        <p:spPr>
          <a:xfrm>
            <a:off x="5115086" y="6454048"/>
            <a:ext cx="3963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CB5B04-7F76-9F37-7F38-C789C5E10CDE}"/>
              </a:ext>
            </a:extLst>
          </p:cNvPr>
          <p:cNvSpPr/>
          <p:nvPr/>
        </p:nvSpPr>
        <p:spPr>
          <a:xfrm>
            <a:off x="13043494" y="1787906"/>
            <a:ext cx="2337786" cy="90862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BEF206-6851-0CBB-D093-EFBF3B6B520D}"/>
              </a:ext>
            </a:extLst>
          </p:cNvPr>
          <p:cNvSpPr/>
          <p:nvPr/>
        </p:nvSpPr>
        <p:spPr>
          <a:xfrm>
            <a:off x="13149663" y="1866878"/>
            <a:ext cx="291300" cy="20523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AEAFA2-B1E4-74D4-BE3C-B5C32FAD87C0}"/>
              </a:ext>
            </a:extLst>
          </p:cNvPr>
          <p:cNvSpPr txBox="1"/>
          <p:nvPr/>
        </p:nvSpPr>
        <p:spPr>
          <a:xfrm>
            <a:off x="13416576" y="1811302"/>
            <a:ext cx="2381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State in Document History</a:t>
            </a:r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924C7B1A-C2B0-5C38-2032-D4E53480067F}"/>
              </a:ext>
            </a:extLst>
          </p:cNvPr>
          <p:cNvSpPr/>
          <p:nvPr/>
        </p:nvSpPr>
        <p:spPr>
          <a:xfrm>
            <a:off x="13150703" y="2427058"/>
            <a:ext cx="290260" cy="214144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E03C92-201C-F54B-A8DF-63AFD23FC500}"/>
              </a:ext>
            </a:extLst>
          </p:cNvPr>
          <p:cNvSpPr txBox="1"/>
          <p:nvPr/>
        </p:nvSpPr>
        <p:spPr>
          <a:xfrm>
            <a:off x="13440963" y="2373189"/>
            <a:ext cx="2381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Decision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2C470A-5514-E67C-8051-B968017FE9C3}"/>
              </a:ext>
            </a:extLst>
          </p:cNvPr>
          <p:cNvSpPr/>
          <p:nvPr/>
        </p:nvSpPr>
        <p:spPr>
          <a:xfrm>
            <a:off x="13149663" y="2151082"/>
            <a:ext cx="291300" cy="2052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F72E90-44FC-3DDC-F922-EAF57DD5DB1D}"/>
              </a:ext>
            </a:extLst>
          </p:cNvPr>
          <p:cNvSpPr txBox="1"/>
          <p:nvPr/>
        </p:nvSpPr>
        <p:spPr>
          <a:xfrm>
            <a:off x="13416577" y="2106812"/>
            <a:ext cx="2381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Procedure for each phase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DAF1873-CFC7-C91E-E7C5-5E91FD3C40D6}"/>
              </a:ext>
            </a:extLst>
          </p:cNvPr>
          <p:cNvSpPr/>
          <p:nvPr/>
        </p:nvSpPr>
        <p:spPr>
          <a:xfrm>
            <a:off x="4657964" y="1838907"/>
            <a:ext cx="853440" cy="51595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/>
              <a:t>START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41DE419-3FC0-297D-BA11-F83C62C91BC1}"/>
              </a:ext>
            </a:extLst>
          </p:cNvPr>
          <p:cNvSpPr/>
          <p:nvPr/>
        </p:nvSpPr>
        <p:spPr>
          <a:xfrm>
            <a:off x="11366083" y="8417713"/>
            <a:ext cx="729103" cy="464325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/>
              <a:t>END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7866DFA-386C-048A-CA27-843B1AB1B8B4}"/>
              </a:ext>
            </a:extLst>
          </p:cNvPr>
          <p:cNvCxnSpPr>
            <a:cxnSpLocks/>
            <a:stCxn id="57" idx="6"/>
            <a:endCxn id="140" idx="1"/>
          </p:cNvCxnSpPr>
          <p:nvPr/>
        </p:nvCxnSpPr>
        <p:spPr>
          <a:xfrm flipV="1">
            <a:off x="5511404" y="2083798"/>
            <a:ext cx="429975" cy="13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9AC0002-ADFC-F6C7-3B2B-570F3EF1E61E}"/>
              </a:ext>
            </a:extLst>
          </p:cNvPr>
          <p:cNvCxnSpPr>
            <a:cxnSpLocks/>
          </p:cNvCxnSpPr>
          <p:nvPr/>
        </p:nvCxnSpPr>
        <p:spPr>
          <a:xfrm flipV="1">
            <a:off x="10533453" y="8649876"/>
            <a:ext cx="832630" cy="5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683C5E3-FCA6-6BF8-0426-86E56BB5B408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11959552" y="6464046"/>
            <a:ext cx="566" cy="247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C44EFCD-3C36-902C-865B-37A276C52CD3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6951627" y="7288973"/>
            <a:ext cx="0" cy="299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064883F-B994-8BA7-DF8B-1A62E28ABD57}"/>
              </a:ext>
            </a:extLst>
          </p:cNvPr>
          <p:cNvSpPr/>
          <p:nvPr/>
        </p:nvSpPr>
        <p:spPr>
          <a:xfrm>
            <a:off x="5301400" y="8160168"/>
            <a:ext cx="3296708" cy="928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>
              <a:defRPr/>
            </a:pPr>
            <a:r>
              <a:rPr lang="en-US" sz="10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Once Project Manager approved via mail then the Author/Module lead shall create release note &amp; share it to </a:t>
            </a:r>
            <a:r>
              <a:rPr lang="en-US" sz="10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Project team members &amp; stakeholders via mail, once the Project </a:t>
            </a:r>
            <a:r>
              <a:rPr lang="en-US" sz="10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Manager/Team Lead approved then the Author shall update Document History as “Released” with major version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70E9AE-70D3-2312-41A3-458AA285CC78}"/>
              </a:ext>
            </a:extLst>
          </p:cNvPr>
          <p:cNvSpPr txBox="1"/>
          <p:nvPr/>
        </p:nvSpPr>
        <p:spPr>
          <a:xfrm>
            <a:off x="4159354" y="744738"/>
            <a:ext cx="919162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/>
              <a:t>DOCUMENT CHANGE HISTORY</a:t>
            </a:r>
            <a:r>
              <a:rPr lang="en-US" sz="2800" b="1" u="sng">
                <a:solidFill>
                  <a:schemeClr val="bg1"/>
                </a:solidFill>
              </a:rPr>
              <a:t> </a:t>
            </a:r>
            <a:r>
              <a:rPr lang="en-US" sz="2800" b="1" u="sng"/>
              <a:t>FLOWCHART</a:t>
            </a:r>
            <a:r>
              <a:rPr lang="en-US" sz="2800" b="1" u="sng">
                <a:solidFill>
                  <a:schemeClr val="bg1"/>
                </a:solidFill>
              </a:rPr>
              <a:t> </a:t>
            </a:r>
            <a:r>
              <a:rPr lang="en-US">
                <a:solidFill>
                  <a:schemeClr val="bg1"/>
                </a:solidFill>
              </a:rPr>
              <a:t>Document History Flowchart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399B8E-A0DB-5675-FACA-C4C86C8EEF9B}"/>
              </a:ext>
            </a:extLst>
          </p:cNvPr>
          <p:cNvSpPr/>
          <p:nvPr/>
        </p:nvSpPr>
        <p:spPr>
          <a:xfrm>
            <a:off x="9295820" y="6919992"/>
            <a:ext cx="967669" cy="2940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In-review</a:t>
            </a:r>
            <a:endParaRPr lang="en-US" sz="12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862EDB-5D66-06E7-E321-9D6B23B09154}"/>
              </a:ext>
            </a:extLst>
          </p:cNvPr>
          <p:cNvSpPr/>
          <p:nvPr/>
        </p:nvSpPr>
        <p:spPr>
          <a:xfrm>
            <a:off x="6464401" y="7590935"/>
            <a:ext cx="967669" cy="29400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Approved</a:t>
            </a:r>
            <a:endParaRPr lang="en-US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2CE6B8-7911-C7EA-C74E-1521266F91B0}"/>
              </a:ext>
            </a:extLst>
          </p:cNvPr>
          <p:cNvCxnSpPr>
            <a:cxnSpLocks/>
          </p:cNvCxnSpPr>
          <p:nvPr/>
        </p:nvCxnSpPr>
        <p:spPr>
          <a:xfrm flipH="1">
            <a:off x="6958215" y="7865768"/>
            <a:ext cx="5006" cy="283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80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242537D-358E-3AC7-D82B-1BF5B790C0AE}"/>
              </a:ext>
            </a:extLst>
          </p:cNvPr>
          <p:cNvSpPr/>
          <p:nvPr/>
        </p:nvSpPr>
        <p:spPr>
          <a:xfrm>
            <a:off x="9790774" y="3521713"/>
            <a:ext cx="6235129" cy="37030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13A04C-07B8-E9CE-7D7C-424F4E8F7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10072"/>
              </p:ext>
            </p:extLst>
          </p:nvPr>
        </p:nvGraphicFramePr>
        <p:xfrm>
          <a:off x="500183" y="2429659"/>
          <a:ext cx="8755046" cy="6819429"/>
        </p:xfrm>
        <a:graphic>
          <a:graphicData uri="http://schemas.openxmlformats.org/drawingml/2006/table">
            <a:tbl>
              <a:tblPr/>
              <a:tblGrid>
                <a:gridCol w="779272">
                  <a:extLst>
                    <a:ext uri="{9D8B030D-6E8A-4147-A177-3AD203B41FA5}">
                      <a16:colId xmlns:a16="http://schemas.microsoft.com/office/drawing/2014/main" val="2145128535"/>
                    </a:ext>
                  </a:extLst>
                </a:gridCol>
                <a:gridCol w="1559002">
                  <a:extLst>
                    <a:ext uri="{9D8B030D-6E8A-4147-A177-3AD203B41FA5}">
                      <a16:colId xmlns:a16="http://schemas.microsoft.com/office/drawing/2014/main" val="48429706"/>
                    </a:ext>
                  </a:extLst>
                </a:gridCol>
                <a:gridCol w="2436495">
                  <a:extLst>
                    <a:ext uri="{9D8B030D-6E8A-4147-A177-3AD203B41FA5}">
                      <a16:colId xmlns:a16="http://schemas.microsoft.com/office/drawing/2014/main" val="3237086683"/>
                    </a:ext>
                  </a:extLst>
                </a:gridCol>
                <a:gridCol w="1246254">
                  <a:extLst>
                    <a:ext uri="{9D8B030D-6E8A-4147-A177-3AD203B41FA5}">
                      <a16:colId xmlns:a16="http://schemas.microsoft.com/office/drawing/2014/main" val="4105326179"/>
                    </a:ext>
                  </a:extLst>
                </a:gridCol>
                <a:gridCol w="1358275">
                  <a:extLst>
                    <a:ext uri="{9D8B030D-6E8A-4147-A177-3AD203B41FA5}">
                      <a16:colId xmlns:a16="http://schemas.microsoft.com/office/drawing/2014/main" val="2220302317"/>
                    </a:ext>
                  </a:extLst>
                </a:gridCol>
                <a:gridCol w="1375748">
                  <a:extLst>
                    <a:ext uri="{9D8B030D-6E8A-4147-A177-3AD203B41FA5}">
                      <a16:colId xmlns:a16="http://schemas.microsoft.com/office/drawing/2014/main" val="1246735675"/>
                    </a:ext>
                  </a:extLst>
                </a:gridCol>
              </a:tblGrid>
              <a:tr h="5779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Version</a:t>
                      </a:r>
                      <a:endParaRPr lang="en-US" sz="1050" i="1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Date (DD/MM/YYYY)</a:t>
                      </a:r>
                      <a:endParaRPr lang="en-US" sz="1050" i="1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en-US" sz="1050" i="1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Prepared by</a:t>
                      </a:r>
                      <a:endParaRPr lang="en-US" sz="1050" i="1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Approved by</a:t>
                      </a:r>
                      <a:endParaRPr lang="en-US" sz="1050" i="1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  <a:endParaRPr lang="en-US" sz="1050" i="1">
                        <a:solidFill>
                          <a:srgbClr val="44546A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142329"/>
                  </a:ext>
                </a:extLst>
              </a:tr>
              <a:tr h="472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0.01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 DD/MM/YYYY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Document has updated according to Project need 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kern="120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 kern="12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Draft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044223"/>
                  </a:ext>
                </a:extLst>
              </a:tr>
              <a:tr h="472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0.02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 DD/MM/YYYY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/>
                          <a:ea typeface="Arial" panose="020B0604020202020204" pitchFamily="34" charset="0"/>
                          <a:cs typeface="Calibri"/>
                        </a:rPr>
                        <a:t>Sharing document for review</a:t>
                      </a:r>
                      <a:endParaRPr lang="en-US" sz="1200" dirty="0">
                        <a:effectLst/>
                        <a:latin typeface="Arial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In-review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243327"/>
                  </a:ext>
                </a:extLst>
              </a:tr>
              <a:tr h="472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>
                          <a:effectLst/>
                          <a:latin typeface="Calibri"/>
                          <a:ea typeface="Arial" panose="020B0604020202020204" pitchFamily="34" charset="0"/>
                          <a:cs typeface="Calibri"/>
                        </a:rPr>
                        <a:t>DD/MM/YYYY</a:t>
                      </a:r>
                      <a:endParaRPr lang="en-US" sz="1200"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Re-working on review findings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NA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Re-work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490691"/>
                  </a:ext>
                </a:extLst>
              </a:tr>
              <a:tr h="499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0.04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>
                          <a:effectLst/>
                          <a:latin typeface="Calibri"/>
                          <a:ea typeface="Arial" panose="020B0604020202020204" pitchFamily="34" charset="0"/>
                          <a:cs typeface="Calibri"/>
                        </a:rPr>
                        <a:t>DD/MM/YYYY</a:t>
                      </a:r>
                      <a:endParaRPr lang="en-US" sz="1200"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Sharing doc for re-review after re-working on review findings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    NA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In-review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12306"/>
                  </a:ext>
                </a:extLst>
              </a:tr>
              <a:tr h="4223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0.10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DD/MM/YYYY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Document has "Reviewed" after each </a:t>
                      </a: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reviewer’s consensus &amp; share for approval to Project Manager/Module Lead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All Reviewer’s name including</a:t>
                      </a: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Quality engineer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Reviewed</a:t>
                      </a:r>
                      <a:endParaRPr lang="en-IN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049351"/>
                  </a:ext>
                </a:extLst>
              </a:tr>
              <a:tr h="472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0.11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DD/MM/YYYY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Re-working on Project </a:t>
                      </a: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Manager's/ Module Lead's</a:t>
                      </a: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Review findings</a:t>
                      </a: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NA</a:t>
                      </a:r>
                      <a:endParaRPr lang="en-US" sz="1200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Re-work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906040"/>
                  </a:ext>
                </a:extLst>
              </a:tr>
              <a:tr h="6383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0.13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DD/MM/YYYY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If there are minor changes (cosmetic/grammatical mistakes), then Verification review. If major changes (new </a:t>
                      </a:r>
                      <a:r>
                        <a:rPr lang="en-IN" sz="12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req</a:t>
                      </a: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/test cases/arch) are added or deleted, then VR and CFR.</a:t>
                      </a: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NA</a:t>
                      </a:r>
                      <a:endParaRPr lang="en-US" sz="1200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In-review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558"/>
                  </a:ext>
                </a:extLst>
              </a:tr>
              <a:tr h="918882"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0.14</a:t>
                      </a:r>
                      <a:endParaRPr lang="en-US"/>
                    </a:p>
                  </a:txBody>
                  <a:tcPr marL="50799" marR="50799" marT="0" marB="0"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Calibri"/>
                          <a:cs typeface="Calibri"/>
                        </a:rPr>
                        <a:t>DD/MM/YYYY</a:t>
                      </a:r>
                      <a:endParaRPr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50799" marR="50799" marT="0" marB="0"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Document has "Reviewed" after each reviewer’s consensus &amp; share for approval to Project Manager/ Module Lead</a:t>
                      </a:r>
                    </a:p>
                    <a:p>
                      <a:pPr marL="0" lv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799" marR="50799" marT="0" marB="0"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All Reviewer’s name including</a:t>
                      </a: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Quality engineer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Reviewed</a:t>
                      </a:r>
                      <a:endParaRPr lang="en-US"/>
                    </a:p>
                  </a:txBody>
                  <a:tcPr marL="50799" marR="50799" marT="0" marB="0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025519"/>
                  </a:ext>
                </a:extLst>
              </a:tr>
              <a:tr h="472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DD/MM/YYYY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/>
                          <a:ea typeface="Calibri"/>
                          <a:cs typeface="Calibri"/>
                        </a:rPr>
                        <a:t> Document has approved after Project Manager’s </a:t>
                      </a:r>
                      <a:r>
                        <a:rPr lang="en-IN" sz="12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consensus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   </a:t>
                      </a:r>
                      <a:r>
                        <a:rPr lang="en-IN" sz="1200" i="0" dirty="0">
                          <a:effectLst/>
                          <a:latin typeface="Calibri"/>
                          <a:ea typeface="Calibri"/>
                          <a:cs typeface="Calibri"/>
                        </a:rPr>
                        <a:t>Project 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Manager's</a:t>
                      </a:r>
                      <a:r>
                        <a:rPr lang="en-IN" sz="1200" i="1"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IN" sz="1200" i="0" dirty="0">
                          <a:effectLst/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200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Approved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554492"/>
                  </a:ext>
                </a:extLst>
              </a:tr>
              <a:tr h="5234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1.00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IN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 panose="020B0604020202020204" pitchFamily="34" charset="0"/>
                          <a:cs typeface="Calibri" panose="020F0502020204030204" pitchFamily="34" charset="0"/>
                        </a:rPr>
                        <a:t>DD/MM/YYYY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Document has released for entire lifecycle of project.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Author’s name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i="1" dirty="0">
                          <a:effectLst/>
                          <a:latin typeface="Calibri"/>
                          <a:ea typeface="Calibri"/>
                          <a:cs typeface="Calibri"/>
                        </a:rPr>
                        <a:t> </a:t>
                      </a:r>
                      <a:r>
                        <a:rPr lang="en-IN" sz="1200" i="0">
                          <a:effectLst/>
                          <a:latin typeface="Calibri"/>
                          <a:ea typeface="Calibri"/>
                          <a:cs typeface="Calibri"/>
                        </a:rPr>
                        <a:t>Project Manager’s name</a:t>
                      </a:r>
                      <a:endParaRPr lang="en-US" sz="1200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Released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452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2EF6CE-FA02-2CCB-6689-FF747B603000}"/>
              </a:ext>
            </a:extLst>
          </p:cNvPr>
          <p:cNvSpPr txBox="1"/>
          <p:nvPr/>
        </p:nvSpPr>
        <p:spPr>
          <a:xfrm>
            <a:off x="10477253" y="3682418"/>
            <a:ext cx="486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>
                <a:solidFill>
                  <a:schemeClr val="accent1"/>
                </a:solidFill>
              </a:rPr>
              <a:t>Guideline for updating version number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B561E-F55D-F2C7-30BC-B9DB0FDA1A4E}"/>
              </a:ext>
            </a:extLst>
          </p:cNvPr>
          <p:cNvSpPr txBox="1"/>
          <p:nvPr/>
        </p:nvSpPr>
        <p:spPr>
          <a:xfrm>
            <a:off x="9873650" y="4314835"/>
            <a:ext cx="875504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>
                <a:latin typeface="Calibri" panose="020F0502020204030204" pitchFamily="34" charset="0"/>
                <a:cs typeface="Calibri" panose="020F0502020204030204" pitchFamily="34" charset="0"/>
              </a:rPr>
              <a:t>Minor Version: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Increment by 0.01 for Draft, In-review, Re-work state</a:t>
            </a: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For ex: 0.01, 0.02, 0.03…</a:t>
            </a:r>
          </a:p>
          <a:p>
            <a:endParaRPr 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Increment first decimal with 0.1 after approval</a:t>
            </a: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For ex: version shall be 0.12 or 0.123 0r 0.127 but 0.2 happens only after approval </a:t>
            </a: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Approved version shall be-</a:t>
            </a:r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0.10, 0.20, 0.30…</a:t>
            </a:r>
            <a:endParaRPr lang="en-US" sz="1400" b="1" u="sng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b="1" u="sng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u="sng">
                <a:latin typeface="Calibri" panose="020F0502020204030204" pitchFamily="34" charset="0"/>
                <a:cs typeface="Calibri" panose="020F0502020204030204" pitchFamily="34" charset="0"/>
              </a:rPr>
              <a:t>Major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Increment by 1.00 for Released state</a:t>
            </a:r>
          </a:p>
          <a:p>
            <a:r>
              <a:rPr lang="en-US" sz="1400">
                <a:latin typeface="Calibri" panose="020F0502020204030204" pitchFamily="34" charset="0"/>
                <a:cs typeface="Calibri" panose="020F0502020204030204" pitchFamily="34" charset="0"/>
              </a:rPr>
              <a:t>For ex: 1.00, 2.00, 3.00…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5260E-A885-0F5B-2690-AE307ACE1344}"/>
              </a:ext>
            </a:extLst>
          </p:cNvPr>
          <p:cNvSpPr txBox="1"/>
          <p:nvPr/>
        </p:nvSpPr>
        <p:spPr>
          <a:xfrm>
            <a:off x="252369" y="1640582"/>
            <a:ext cx="11305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/>
              <a:t>Example to show how to maintain the Document Change History </a:t>
            </a:r>
          </a:p>
        </p:txBody>
      </p:sp>
    </p:spTree>
    <p:extLst>
      <p:ext uri="{BB962C8B-B14F-4D97-AF65-F5344CB8AC3E}">
        <p14:creationId xmlns:p14="http://schemas.microsoft.com/office/powerpoint/2010/main" val="31986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3</Slides>
  <Notes>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Document History Flowchart Author Purvi Sahu Quality Engineer, Central Engineering Department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History Flowchart Author Purvi Sahu Quality Engineer, Central Engineering Department</dc:title>
  <dc:creator>Purvi  Sahu</dc:creator>
  <cp:revision>135</cp:revision>
  <dcterms:created xsi:type="dcterms:W3CDTF">2024-02-14T05:58:31Z</dcterms:created>
  <dcterms:modified xsi:type="dcterms:W3CDTF">2026-04-02T12:57:43Z</dcterms:modified>
</cp:coreProperties>
</file>