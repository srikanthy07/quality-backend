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689" r:id="rId2"/>
  </p:sldMasterIdLst>
  <p:notesMasterIdLst>
    <p:notesMasterId r:id="rId7"/>
  </p:notesMasterIdLst>
  <p:sldIdLst>
    <p:sldId id="261" r:id="rId3"/>
    <p:sldId id="420" r:id="rId4"/>
    <p:sldId id="421" r:id="rId5"/>
    <p:sldId id="42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0B5794-B333-A452-ECEC-62FDE120F5B3}" v="247" dt="2024-12-10T06:12:11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kumar Sahu" userId="6c87d6af-2537-4f6f-b0ba-e4f439ca1619" providerId="ADAL" clId="{5B087100-9178-4508-BAE4-C22ED5C69090}"/>
    <pc:docChg chg="addSld delSld">
      <pc:chgData name="Adityakumar Sahu" userId="6c87d6af-2537-4f6f-b0ba-e4f439ca1619" providerId="ADAL" clId="{5B087100-9178-4508-BAE4-C22ED5C69090}" dt="2024-07-08T09:43:12.293" v="4" actId="680"/>
      <pc:docMkLst>
        <pc:docMk/>
      </pc:docMkLst>
      <pc:sldChg chg="new del">
        <pc:chgData name="Adityakumar Sahu" userId="6c87d6af-2537-4f6f-b0ba-e4f439ca1619" providerId="ADAL" clId="{5B087100-9178-4508-BAE4-C22ED5C69090}" dt="2024-07-08T09:40:41.327" v="1" actId="2696"/>
        <pc:sldMkLst>
          <pc:docMk/>
          <pc:sldMk cId="2273556419" sldId="418"/>
        </pc:sldMkLst>
      </pc:sldChg>
      <pc:sldChg chg="new">
        <pc:chgData name="Adityakumar Sahu" userId="6c87d6af-2537-4f6f-b0ba-e4f439ca1619" providerId="ADAL" clId="{5B087100-9178-4508-BAE4-C22ED5C69090}" dt="2024-07-08T09:43:12.293" v="4" actId="680"/>
        <pc:sldMkLst>
          <pc:docMk/>
          <pc:sldMk cId="3190388573" sldId="418"/>
        </pc:sldMkLst>
      </pc:sldChg>
      <pc:sldChg chg="new del">
        <pc:chgData name="Adityakumar Sahu" userId="6c87d6af-2537-4f6f-b0ba-e4f439ca1619" providerId="ADAL" clId="{5B087100-9178-4508-BAE4-C22ED5C69090}" dt="2024-07-08T09:43:01.815" v="3" actId="2696"/>
        <pc:sldMkLst>
          <pc:docMk/>
          <pc:sldMk cId="3191779316" sldId="418"/>
        </pc:sldMkLst>
      </pc:sldChg>
    </pc:docChg>
  </pc:docChgLst>
  <pc:docChgLst>
    <pc:chgData name="Janvi Chawda" userId="S::janvi.chawda@iast-software.com::407004c6-8bd7-4c80-b6a8-efd282d13f79" providerId="AD" clId="Web-{100B5794-B333-A452-ECEC-62FDE120F5B3}"/>
    <pc:docChg chg="addSld delSld modSld">
      <pc:chgData name="Janvi Chawda" userId="S::janvi.chawda@iast-software.com::407004c6-8bd7-4c80-b6a8-efd282d13f79" providerId="AD" clId="Web-{100B5794-B333-A452-ECEC-62FDE120F5B3}" dt="2024-12-10T06:12:11.062" v="245" actId="20577"/>
      <pc:docMkLst>
        <pc:docMk/>
      </pc:docMkLst>
      <pc:sldChg chg="modSp">
        <pc:chgData name="Janvi Chawda" userId="S::janvi.chawda@iast-software.com::407004c6-8bd7-4c80-b6a8-efd282d13f79" providerId="AD" clId="Web-{100B5794-B333-A452-ECEC-62FDE120F5B3}" dt="2024-12-10T06:08:19.915" v="241" actId="20577"/>
        <pc:sldMkLst>
          <pc:docMk/>
          <pc:sldMk cId="4182405369" sldId="261"/>
        </pc:sldMkLst>
        <pc:spChg chg="mod">
          <ac:chgData name="Janvi Chawda" userId="S::janvi.chawda@iast-software.com::407004c6-8bd7-4c80-b6a8-efd282d13f79" providerId="AD" clId="Web-{100B5794-B333-A452-ECEC-62FDE120F5B3}" dt="2024-12-10T06:08:19.915" v="241" actId="20577"/>
          <ac:spMkLst>
            <pc:docMk/>
            <pc:sldMk cId="4182405369" sldId="261"/>
            <ac:spMk id="6" creationId="{19AB89D0-8562-49A8-BAFA-01679A4CC96E}"/>
          </ac:spMkLst>
        </pc:spChg>
      </pc:sldChg>
      <pc:sldChg chg="del">
        <pc:chgData name="Janvi Chawda" userId="S::janvi.chawda@iast-software.com::407004c6-8bd7-4c80-b6a8-efd282d13f79" providerId="AD" clId="Web-{100B5794-B333-A452-ECEC-62FDE120F5B3}" dt="2024-12-10T05:42:31.383" v="128"/>
        <pc:sldMkLst>
          <pc:docMk/>
          <pc:sldMk cId="4173371392" sldId="417"/>
        </pc:sldMkLst>
      </pc:sldChg>
      <pc:sldChg chg="new del">
        <pc:chgData name="Janvi Chawda" userId="S::janvi.chawda@iast-software.com::407004c6-8bd7-4c80-b6a8-efd282d13f79" providerId="AD" clId="Web-{100B5794-B333-A452-ECEC-62FDE120F5B3}" dt="2024-12-10T05:28:15.606" v="52"/>
        <pc:sldMkLst>
          <pc:docMk/>
          <pc:sldMk cId="952748523" sldId="418"/>
        </pc:sldMkLst>
      </pc:sldChg>
      <pc:sldChg chg="del">
        <pc:chgData name="Janvi Chawda" userId="S::janvi.chawda@iast-software.com::407004c6-8bd7-4c80-b6a8-efd282d13f79" providerId="AD" clId="Web-{100B5794-B333-A452-ECEC-62FDE120F5B3}" dt="2024-12-10T05:21:52.642" v="0"/>
        <pc:sldMkLst>
          <pc:docMk/>
          <pc:sldMk cId="2855625469" sldId="418"/>
        </pc:sldMkLst>
      </pc:sldChg>
      <pc:sldChg chg="del">
        <pc:chgData name="Janvi Chawda" userId="S::janvi.chawda@iast-software.com::407004c6-8bd7-4c80-b6a8-efd282d13f79" providerId="AD" clId="Web-{100B5794-B333-A452-ECEC-62FDE120F5B3}" dt="2024-12-10T05:21:57.767" v="1"/>
        <pc:sldMkLst>
          <pc:docMk/>
          <pc:sldMk cId="1356010505" sldId="419"/>
        </pc:sldMkLst>
      </pc:sldChg>
      <pc:sldChg chg="new del">
        <pc:chgData name="Janvi Chawda" userId="S::janvi.chawda@iast-software.com::407004c6-8bd7-4c80-b6a8-efd282d13f79" providerId="AD" clId="Web-{100B5794-B333-A452-ECEC-62FDE120F5B3}" dt="2024-12-10T05:28:36.810" v="54"/>
        <pc:sldMkLst>
          <pc:docMk/>
          <pc:sldMk cId="4212978630" sldId="419"/>
        </pc:sldMkLst>
      </pc:sldChg>
      <pc:sldChg chg="modSp new">
        <pc:chgData name="Janvi Chawda" userId="S::janvi.chawda@iast-software.com::407004c6-8bd7-4c80-b6a8-efd282d13f79" providerId="AD" clId="Web-{100B5794-B333-A452-ECEC-62FDE120F5B3}" dt="2024-12-10T06:12:11.062" v="245" actId="20577"/>
        <pc:sldMkLst>
          <pc:docMk/>
          <pc:sldMk cId="3646180017" sldId="420"/>
        </pc:sldMkLst>
        <pc:spChg chg="mod">
          <ac:chgData name="Janvi Chawda" userId="S::janvi.chawda@iast-software.com::407004c6-8bd7-4c80-b6a8-efd282d13f79" providerId="AD" clId="Web-{100B5794-B333-A452-ECEC-62FDE120F5B3}" dt="2024-12-10T05:49:57.302" v="172" actId="20577"/>
          <ac:spMkLst>
            <pc:docMk/>
            <pc:sldMk cId="3646180017" sldId="420"/>
            <ac:spMk id="2" creationId="{3026CBDD-A4FD-A19E-FE8C-8657F1D8342E}"/>
          </ac:spMkLst>
        </pc:spChg>
        <pc:spChg chg="mod">
          <ac:chgData name="Janvi Chawda" userId="S::janvi.chawda@iast-software.com::407004c6-8bd7-4c80-b6a8-efd282d13f79" providerId="AD" clId="Web-{100B5794-B333-A452-ECEC-62FDE120F5B3}" dt="2024-12-10T06:12:11.062" v="245" actId="20577"/>
          <ac:spMkLst>
            <pc:docMk/>
            <pc:sldMk cId="3646180017" sldId="420"/>
            <ac:spMk id="3" creationId="{330736B9-0542-CC4A-3C19-DEF4DAE7CD89}"/>
          </ac:spMkLst>
        </pc:spChg>
      </pc:sldChg>
      <pc:sldChg chg="delSp modSp new">
        <pc:chgData name="Janvi Chawda" userId="S::janvi.chawda@iast-software.com::407004c6-8bd7-4c80-b6a8-efd282d13f79" providerId="AD" clId="Web-{100B5794-B333-A452-ECEC-62FDE120F5B3}" dt="2024-12-10T05:53:42.919" v="200" actId="20577"/>
        <pc:sldMkLst>
          <pc:docMk/>
          <pc:sldMk cId="734088485" sldId="421"/>
        </pc:sldMkLst>
        <pc:spChg chg="del mod">
          <ac:chgData name="Janvi Chawda" userId="S::janvi.chawda@iast-software.com::407004c6-8bd7-4c80-b6a8-efd282d13f79" providerId="AD" clId="Web-{100B5794-B333-A452-ECEC-62FDE120F5B3}" dt="2024-12-10T05:36:02.058" v="80"/>
          <ac:spMkLst>
            <pc:docMk/>
            <pc:sldMk cId="734088485" sldId="421"/>
            <ac:spMk id="2" creationId="{51893B81-8773-EB3A-7A03-58270A639B19}"/>
          </ac:spMkLst>
        </pc:spChg>
        <pc:spChg chg="mod">
          <ac:chgData name="Janvi Chawda" userId="S::janvi.chawda@iast-software.com::407004c6-8bd7-4c80-b6a8-efd282d13f79" providerId="AD" clId="Web-{100B5794-B333-A452-ECEC-62FDE120F5B3}" dt="2024-12-10T05:53:42.919" v="200" actId="20577"/>
          <ac:spMkLst>
            <pc:docMk/>
            <pc:sldMk cId="734088485" sldId="421"/>
            <ac:spMk id="3" creationId="{99292837-9331-57D0-7211-F803F4E445E1}"/>
          </ac:spMkLst>
        </pc:spChg>
      </pc:sldChg>
      <pc:sldChg chg="delSp modSp new">
        <pc:chgData name="Janvi Chawda" userId="S::janvi.chawda@iast-software.com::407004c6-8bd7-4c80-b6a8-efd282d13f79" providerId="AD" clId="Web-{100B5794-B333-A452-ECEC-62FDE120F5B3}" dt="2024-12-10T05:58:48.631" v="206" actId="20577"/>
        <pc:sldMkLst>
          <pc:docMk/>
          <pc:sldMk cId="1626193126" sldId="422"/>
        </pc:sldMkLst>
        <pc:spChg chg="del">
          <ac:chgData name="Janvi Chawda" userId="S::janvi.chawda@iast-software.com::407004c6-8bd7-4c80-b6a8-efd282d13f79" providerId="AD" clId="Web-{100B5794-B333-A452-ECEC-62FDE120F5B3}" dt="2024-12-10T05:37:51.327" v="97"/>
          <ac:spMkLst>
            <pc:docMk/>
            <pc:sldMk cId="1626193126" sldId="422"/>
            <ac:spMk id="2" creationId="{3174953A-894B-4B63-38E4-28817478840E}"/>
          </ac:spMkLst>
        </pc:spChg>
        <pc:spChg chg="mod">
          <ac:chgData name="Janvi Chawda" userId="S::janvi.chawda@iast-software.com::407004c6-8bd7-4c80-b6a8-efd282d13f79" providerId="AD" clId="Web-{100B5794-B333-A452-ECEC-62FDE120F5B3}" dt="2024-12-10T05:58:48.631" v="206" actId="20577"/>
          <ac:spMkLst>
            <pc:docMk/>
            <pc:sldMk cId="1626193126" sldId="422"/>
            <ac:spMk id="3" creationId="{5C5A6F79-E754-EA38-DC72-8DA526AB62EC}"/>
          </ac:spMkLst>
        </pc:spChg>
      </pc:sldChg>
    </pc:docChg>
  </pc:docChgLst>
  <pc:docChgLst>
    <pc:chgData name="Purvi  Sahu" userId="eaed1e12-bc06-4498-b0b0-397df4cad69b" providerId="ADAL" clId="{3DBA1E4B-E86B-458E-AC47-1647AD701E9D}"/>
    <pc:docChg chg="addSld delSld modSld delMainMaster">
      <pc:chgData name="Purvi  Sahu" userId="eaed1e12-bc06-4498-b0b0-397df4cad69b" providerId="ADAL" clId="{3DBA1E4B-E86B-458E-AC47-1647AD701E9D}" dt="2024-07-08T09:33:48.699" v="60" actId="47"/>
      <pc:docMkLst>
        <pc:docMk/>
      </pc:docMkLst>
      <pc:sldChg chg="del">
        <pc:chgData name="Purvi  Sahu" userId="eaed1e12-bc06-4498-b0b0-397df4cad69b" providerId="ADAL" clId="{3DBA1E4B-E86B-458E-AC47-1647AD701E9D}" dt="2024-07-08T09:31:27.081" v="0" actId="47"/>
        <pc:sldMkLst>
          <pc:docMk/>
          <pc:sldMk cId="2844435159" sldId="256"/>
        </pc:sldMkLst>
      </pc:sldChg>
      <pc:sldChg chg="del">
        <pc:chgData name="Purvi  Sahu" userId="eaed1e12-bc06-4498-b0b0-397df4cad69b" providerId="ADAL" clId="{3DBA1E4B-E86B-458E-AC47-1647AD701E9D}" dt="2024-07-08T09:31:28.987" v="2" actId="47"/>
        <pc:sldMkLst>
          <pc:docMk/>
          <pc:sldMk cId="443909438" sldId="257"/>
        </pc:sldMkLst>
      </pc:sldChg>
      <pc:sldChg chg="del">
        <pc:chgData name="Purvi  Sahu" userId="eaed1e12-bc06-4498-b0b0-397df4cad69b" providerId="ADAL" clId="{3DBA1E4B-E86B-458E-AC47-1647AD701E9D}" dt="2024-07-08T09:31:29.855" v="3" actId="47"/>
        <pc:sldMkLst>
          <pc:docMk/>
          <pc:sldMk cId="2961418280" sldId="258"/>
        </pc:sldMkLst>
      </pc:sldChg>
      <pc:sldChg chg="del">
        <pc:chgData name="Purvi  Sahu" userId="eaed1e12-bc06-4498-b0b0-397df4cad69b" providerId="ADAL" clId="{3DBA1E4B-E86B-458E-AC47-1647AD701E9D}" dt="2024-07-08T09:31:31.360" v="5" actId="47"/>
        <pc:sldMkLst>
          <pc:docMk/>
          <pc:sldMk cId="2723376532" sldId="259"/>
        </pc:sldMkLst>
      </pc:sldChg>
      <pc:sldChg chg="del">
        <pc:chgData name="Purvi  Sahu" userId="eaed1e12-bc06-4498-b0b0-397df4cad69b" providerId="ADAL" clId="{3DBA1E4B-E86B-458E-AC47-1647AD701E9D}" dt="2024-07-08T09:31:30.766" v="4" actId="47"/>
        <pc:sldMkLst>
          <pc:docMk/>
          <pc:sldMk cId="3560936919" sldId="260"/>
        </pc:sldMkLst>
      </pc:sldChg>
      <pc:sldChg chg="modSp mod">
        <pc:chgData name="Purvi  Sahu" userId="eaed1e12-bc06-4498-b0b0-397df4cad69b" providerId="ADAL" clId="{3DBA1E4B-E86B-458E-AC47-1647AD701E9D}" dt="2024-07-08T09:32:05.911" v="56" actId="20577"/>
        <pc:sldMkLst>
          <pc:docMk/>
          <pc:sldMk cId="4182405369" sldId="261"/>
        </pc:sldMkLst>
        <pc:spChg chg="mod">
          <ac:chgData name="Purvi  Sahu" userId="eaed1e12-bc06-4498-b0b0-397df4cad69b" providerId="ADAL" clId="{3DBA1E4B-E86B-458E-AC47-1647AD701E9D}" dt="2024-07-08T09:32:05.911" v="56" actId="20577"/>
          <ac:spMkLst>
            <pc:docMk/>
            <pc:sldMk cId="4182405369" sldId="261"/>
            <ac:spMk id="6" creationId="{19AB89D0-8562-49A8-BAFA-01679A4CC96E}"/>
          </ac:spMkLst>
        </pc:spChg>
      </pc:sldChg>
      <pc:sldChg chg="del">
        <pc:chgData name="Purvi  Sahu" userId="eaed1e12-bc06-4498-b0b0-397df4cad69b" providerId="ADAL" clId="{3DBA1E4B-E86B-458E-AC47-1647AD701E9D}" dt="2024-07-08T09:32:41.037" v="58" actId="47"/>
        <pc:sldMkLst>
          <pc:docMk/>
          <pc:sldMk cId="124336592" sldId="262"/>
        </pc:sldMkLst>
      </pc:sldChg>
      <pc:sldChg chg="del">
        <pc:chgData name="Purvi  Sahu" userId="eaed1e12-bc06-4498-b0b0-397df4cad69b" providerId="ADAL" clId="{3DBA1E4B-E86B-458E-AC47-1647AD701E9D}" dt="2024-07-08T09:31:28.065" v="1" actId="47"/>
        <pc:sldMkLst>
          <pc:docMk/>
          <pc:sldMk cId="1072487370" sldId="263"/>
        </pc:sldMkLst>
      </pc:sldChg>
      <pc:sldChg chg="del">
        <pc:chgData name="Purvi  Sahu" userId="eaed1e12-bc06-4498-b0b0-397df4cad69b" providerId="ADAL" clId="{3DBA1E4B-E86B-458E-AC47-1647AD701E9D}" dt="2024-07-08T09:31:32.195" v="6" actId="47"/>
        <pc:sldMkLst>
          <pc:docMk/>
          <pc:sldMk cId="94945728" sldId="264"/>
        </pc:sldMkLst>
      </pc:sldChg>
      <pc:sldChg chg="del">
        <pc:chgData name="Purvi  Sahu" userId="eaed1e12-bc06-4498-b0b0-397df4cad69b" providerId="ADAL" clId="{3DBA1E4B-E86B-458E-AC47-1647AD701E9D}" dt="2024-07-08T09:31:34.868" v="9" actId="47"/>
        <pc:sldMkLst>
          <pc:docMk/>
          <pc:sldMk cId="137469410" sldId="265"/>
        </pc:sldMkLst>
      </pc:sldChg>
      <pc:sldChg chg="del">
        <pc:chgData name="Purvi  Sahu" userId="eaed1e12-bc06-4498-b0b0-397df4cad69b" providerId="ADAL" clId="{3DBA1E4B-E86B-458E-AC47-1647AD701E9D}" dt="2024-07-08T09:31:33.575" v="8" actId="47"/>
        <pc:sldMkLst>
          <pc:docMk/>
          <pc:sldMk cId="2656351519" sldId="270"/>
        </pc:sldMkLst>
      </pc:sldChg>
      <pc:sldChg chg="del">
        <pc:chgData name="Purvi  Sahu" userId="eaed1e12-bc06-4498-b0b0-397df4cad69b" providerId="ADAL" clId="{3DBA1E4B-E86B-458E-AC47-1647AD701E9D}" dt="2024-07-08T09:31:33.019" v="7" actId="47"/>
        <pc:sldMkLst>
          <pc:docMk/>
          <pc:sldMk cId="1869946649" sldId="271"/>
        </pc:sldMkLst>
      </pc:sldChg>
      <pc:sldChg chg="add del">
        <pc:chgData name="Purvi  Sahu" userId="eaed1e12-bc06-4498-b0b0-397df4cad69b" providerId="ADAL" clId="{3DBA1E4B-E86B-458E-AC47-1647AD701E9D}" dt="2024-07-08T09:33:48.699" v="60" actId="47"/>
        <pc:sldMkLst>
          <pc:docMk/>
          <pc:sldMk cId="1377719414" sldId="416"/>
        </pc:sldMkLst>
      </pc:sldChg>
      <pc:sldChg chg="del">
        <pc:chgData name="Purvi  Sahu" userId="eaed1e12-bc06-4498-b0b0-397df4cad69b" providerId="ADAL" clId="{3DBA1E4B-E86B-458E-AC47-1647AD701E9D}" dt="2024-07-08T09:33:29.679" v="59" actId="47"/>
        <pc:sldMkLst>
          <pc:docMk/>
          <pc:sldMk cId="440987458" sldId="417"/>
        </pc:sldMkLst>
      </pc:sldChg>
      <pc:sldMasterChg chg="del delSldLayout">
        <pc:chgData name="Purvi  Sahu" userId="eaed1e12-bc06-4498-b0b0-397df4cad69b" providerId="ADAL" clId="{3DBA1E4B-E86B-458E-AC47-1647AD701E9D}" dt="2024-07-08T09:33:48.699" v="60" actId="47"/>
        <pc:sldMasterMkLst>
          <pc:docMk/>
          <pc:sldMasterMk cId="2937567518" sldId="2147483648"/>
        </pc:sldMasterMkLst>
        <pc:sldLayoutChg chg="del">
          <pc:chgData name="Purvi  Sahu" userId="eaed1e12-bc06-4498-b0b0-397df4cad69b" providerId="ADAL" clId="{3DBA1E4B-E86B-458E-AC47-1647AD701E9D}" dt="2024-07-08T09:33:48.699" v="60" actId="47"/>
          <pc:sldLayoutMkLst>
            <pc:docMk/>
            <pc:sldMasterMk cId="2937567518" sldId="2147483648"/>
            <pc:sldLayoutMk cId="892337438" sldId="2147483649"/>
          </pc:sldLayoutMkLst>
        </pc:sldLayoutChg>
        <pc:sldLayoutChg chg="del">
          <pc:chgData name="Purvi  Sahu" userId="eaed1e12-bc06-4498-b0b0-397df4cad69b" providerId="ADAL" clId="{3DBA1E4B-E86B-458E-AC47-1647AD701E9D}" dt="2024-07-08T09:33:48.699" v="60" actId="47"/>
          <pc:sldLayoutMkLst>
            <pc:docMk/>
            <pc:sldMasterMk cId="2937567518" sldId="2147483648"/>
            <pc:sldLayoutMk cId="962368992" sldId="2147483650"/>
          </pc:sldLayoutMkLst>
        </pc:sldLayoutChg>
        <pc:sldLayoutChg chg="del">
          <pc:chgData name="Purvi  Sahu" userId="eaed1e12-bc06-4498-b0b0-397df4cad69b" providerId="ADAL" clId="{3DBA1E4B-E86B-458E-AC47-1647AD701E9D}" dt="2024-07-08T09:33:48.699" v="60" actId="47"/>
          <pc:sldLayoutMkLst>
            <pc:docMk/>
            <pc:sldMasterMk cId="2937567518" sldId="2147483648"/>
            <pc:sldLayoutMk cId="73876712" sldId="2147483651"/>
          </pc:sldLayoutMkLst>
        </pc:sldLayoutChg>
        <pc:sldLayoutChg chg="del">
          <pc:chgData name="Purvi  Sahu" userId="eaed1e12-bc06-4498-b0b0-397df4cad69b" providerId="ADAL" clId="{3DBA1E4B-E86B-458E-AC47-1647AD701E9D}" dt="2024-07-08T09:33:48.699" v="60" actId="47"/>
          <pc:sldLayoutMkLst>
            <pc:docMk/>
            <pc:sldMasterMk cId="2937567518" sldId="2147483648"/>
            <pc:sldLayoutMk cId="566233224" sldId="2147483652"/>
          </pc:sldLayoutMkLst>
        </pc:sldLayoutChg>
        <pc:sldLayoutChg chg="del">
          <pc:chgData name="Purvi  Sahu" userId="eaed1e12-bc06-4498-b0b0-397df4cad69b" providerId="ADAL" clId="{3DBA1E4B-E86B-458E-AC47-1647AD701E9D}" dt="2024-07-08T09:33:48.699" v="60" actId="47"/>
          <pc:sldLayoutMkLst>
            <pc:docMk/>
            <pc:sldMasterMk cId="2937567518" sldId="2147483648"/>
            <pc:sldLayoutMk cId="2532646276" sldId="2147483653"/>
          </pc:sldLayoutMkLst>
        </pc:sldLayoutChg>
        <pc:sldLayoutChg chg="del">
          <pc:chgData name="Purvi  Sahu" userId="eaed1e12-bc06-4498-b0b0-397df4cad69b" providerId="ADAL" clId="{3DBA1E4B-E86B-458E-AC47-1647AD701E9D}" dt="2024-07-08T09:33:48.699" v="60" actId="47"/>
          <pc:sldLayoutMkLst>
            <pc:docMk/>
            <pc:sldMasterMk cId="2937567518" sldId="2147483648"/>
            <pc:sldLayoutMk cId="186554599" sldId="2147483654"/>
          </pc:sldLayoutMkLst>
        </pc:sldLayoutChg>
        <pc:sldLayoutChg chg="del">
          <pc:chgData name="Purvi  Sahu" userId="eaed1e12-bc06-4498-b0b0-397df4cad69b" providerId="ADAL" clId="{3DBA1E4B-E86B-458E-AC47-1647AD701E9D}" dt="2024-07-08T09:33:48.699" v="60" actId="47"/>
          <pc:sldLayoutMkLst>
            <pc:docMk/>
            <pc:sldMasterMk cId="2937567518" sldId="2147483648"/>
            <pc:sldLayoutMk cId="517674466" sldId="2147483655"/>
          </pc:sldLayoutMkLst>
        </pc:sldLayoutChg>
        <pc:sldLayoutChg chg="del">
          <pc:chgData name="Purvi  Sahu" userId="eaed1e12-bc06-4498-b0b0-397df4cad69b" providerId="ADAL" clId="{3DBA1E4B-E86B-458E-AC47-1647AD701E9D}" dt="2024-07-08T09:33:48.699" v="60" actId="47"/>
          <pc:sldLayoutMkLst>
            <pc:docMk/>
            <pc:sldMasterMk cId="2937567518" sldId="2147483648"/>
            <pc:sldLayoutMk cId="684334707" sldId="2147483656"/>
          </pc:sldLayoutMkLst>
        </pc:sldLayoutChg>
        <pc:sldLayoutChg chg="del">
          <pc:chgData name="Purvi  Sahu" userId="eaed1e12-bc06-4498-b0b0-397df4cad69b" providerId="ADAL" clId="{3DBA1E4B-E86B-458E-AC47-1647AD701E9D}" dt="2024-07-08T09:33:48.699" v="60" actId="47"/>
          <pc:sldLayoutMkLst>
            <pc:docMk/>
            <pc:sldMasterMk cId="2937567518" sldId="2147483648"/>
            <pc:sldLayoutMk cId="2858960035" sldId="2147483657"/>
          </pc:sldLayoutMkLst>
        </pc:sldLayoutChg>
        <pc:sldLayoutChg chg="del">
          <pc:chgData name="Purvi  Sahu" userId="eaed1e12-bc06-4498-b0b0-397df4cad69b" providerId="ADAL" clId="{3DBA1E4B-E86B-458E-AC47-1647AD701E9D}" dt="2024-07-08T09:33:48.699" v="60" actId="47"/>
          <pc:sldLayoutMkLst>
            <pc:docMk/>
            <pc:sldMasterMk cId="2937567518" sldId="2147483648"/>
            <pc:sldLayoutMk cId="2248422845" sldId="2147483658"/>
          </pc:sldLayoutMkLst>
        </pc:sldLayoutChg>
        <pc:sldLayoutChg chg="del">
          <pc:chgData name="Purvi  Sahu" userId="eaed1e12-bc06-4498-b0b0-397df4cad69b" providerId="ADAL" clId="{3DBA1E4B-E86B-458E-AC47-1647AD701E9D}" dt="2024-07-08T09:33:48.699" v="60" actId="47"/>
          <pc:sldLayoutMkLst>
            <pc:docMk/>
            <pc:sldMasterMk cId="2937567518" sldId="2147483648"/>
            <pc:sldLayoutMk cId="867387960" sldId="2147483659"/>
          </pc:sldLayoutMkLst>
        </pc:sldLayoutChg>
      </pc:sldMasterChg>
    </pc:docChg>
  </pc:docChgLst>
  <pc:docChgLst>
    <pc:chgData name="Janvi Chawda" userId="S::janvi.chawda@iast-software.com::407004c6-8bd7-4c80-b6a8-efd282d13f79" providerId="AD" clId="Web-{0D5F284B-85AB-E0D9-8448-D67E5511BB6F}"/>
    <pc:docChg chg="addSld delSld modSld">
      <pc:chgData name="Janvi Chawda" userId="S::janvi.chawda@iast-software.com::407004c6-8bd7-4c80-b6a8-efd282d13f79" providerId="AD" clId="Web-{0D5F284B-85AB-E0D9-8448-D67E5511BB6F}" dt="2024-08-08T04:56:13.690" v="22"/>
      <pc:docMkLst>
        <pc:docMk/>
      </pc:docMkLst>
      <pc:sldChg chg="del">
        <pc:chgData name="Janvi Chawda" userId="S::janvi.chawda@iast-software.com::407004c6-8bd7-4c80-b6a8-efd282d13f79" providerId="AD" clId="Web-{0D5F284B-85AB-E0D9-8448-D67E5511BB6F}" dt="2024-08-08T04:55:39.877" v="8"/>
        <pc:sldMkLst>
          <pc:docMk/>
          <pc:sldMk cId="710528827" sldId="258"/>
        </pc:sldMkLst>
      </pc:sldChg>
      <pc:sldChg chg="del">
        <pc:chgData name="Janvi Chawda" userId="S::janvi.chawda@iast-software.com::407004c6-8bd7-4c80-b6a8-efd282d13f79" providerId="AD" clId="Web-{0D5F284B-85AB-E0D9-8448-D67E5511BB6F}" dt="2024-08-08T04:55:25.049" v="7"/>
        <pc:sldMkLst>
          <pc:docMk/>
          <pc:sldMk cId="1280831923" sldId="260"/>
        </pc:sldMkLst>
      </pc:sldChg>
      <pc:sldChg chg="modSp">
        <pc:chgData name="Janvi Chawda" userId="S::janvi.chawda@iast-software.com::407004c6-8bd7-4c80-b6a8-efd282d13f79" providerId="AD" clId="Web-{0D5F284B-85AB-E0D9-8448-D67E5511BB6F}" dt="2024-08-08T04:55:58.143" v="20" actId="20577"/>
        <pc:sldMkLst>
          <pc:docMk/>
          <pc:sldMk cId="4182405369" sldId="261"/>
        </pc:sldMkLst>
        <pc:spChg chg="mod">
          <ac:chgData name="Janvi Chawda" userId="S::janvi.chawda@iast-software.com::407004c6-8bd7-4c80-b6a8-efd282d13f79" providerId="AD" clId="Web-{0D5F284B-85AB-E0D9-8448-D67E5511BB6F}" dt="2024-08-08T04:55:58.143" v="20" actId="20577"/>
          <ac:spMkLst>
            <pc:docMk/>
            <pc:sldMk cId="4182405369" sldId="261"/>
            <ac:spMk id="6" creationId="{19AB89D0-8562-49A8-BAFA-01679A4CC96E}"/>
          </ac:spMkLst>
        </pc:spChg>
      </pc:sldChg>
      <pc:sldChg chg="del">
        <pc:chgData name="Janvi Chawda" userId="S::janvi.chawda@iast-software.com::407004c6-8bd7-4c80-b6a8-efd282d13f79" providerId="AD" clId="Web-{0D5F284B-85AB-E0D9-8448-D67E5511BB6F}" dt="2024-08-08T04:54:56.877" v="0"/>
        <pc:sldMkLst>
          <pc:docMk/>
          <pc:sldMk cId="153990063" sldId="272"/>
        </pc:sldMkLst>
      </pc:sldChg>
      <pc:sldChg chg="new del">
        <pc:chgData name="Janvi Chawda" userId="S::janvi.chawda@iast-software.com::407004c6-8bd7-4c80-b6a8-efd282d13f79" providerId="AD" clId="Web-{0D5F284B-85AB-E0D9-8448-D67E5511BB6F}" dt="2024-08-08T04:56:13.690" v="22"/>
        <pc:sldMkLst>
          <pc:docMk/>
          <pc:sldMk cId="396773403" sldId="418"/>
        </pc:sldMkLst>
      </pc:sldChg>
      <pc:sldChg chg="del">
        <pc:chgData name="Janvi Chawda" userId="S::janvi.chawda@iast-software.com::407004c6-8bd7-4c80-b6a8-efd282d13f79" providerId="AD" clId="Web-{0D5F284B-85AB-E0D9-8448-D67E5511BB6F}" dt="2024-08-08T04:55:43.096" v="9"/>
        <pc:sldMkLst>
          <pc:docMk/>
          <pc:sldMk cId="3190388573" sldId="418"/>
        </pc:sldMkLst>
      </pc:sldChg>
      <pc:sldChg chg="del">
        <pc:chgData name="Janvi Chawda" userId="S::janvi.chawda@iast-software.com::407004c6-8bd7-4c80-b6a8-efd282d13f79" providerId="AD" clId="Web-{0D5F284B-85AB-E0D9-8448-D67E5511BB6F}" dt="2024-08-08T04:55:04.627" v="2"/>
        <pc:sldMkLst>
          <pc:docMk/>
          <pc:sldMk cId="1006118594" sldId="422"/>
        </pc:sldMkLst>
      </pc:sldChg>
      <pc:sldChg chg="del">
        <pc:chgData name="Janvi Chawda" userId="S::janvi.chawda@iast-software.com::407004c6-8bd7-4c80-b6a8-efd282d13f79" providerId="AD" clId="Web-{0D5F284B-85AB-E0D9-8448-D67E5511BB6F}" dt="2024-08-08T04:55:22.439" v="6"/>
        <pc:sldMkLst>
          <pc:docMk/>
          <pc:sldMk cId="1901616797" sldId="423"/>
        </pc:sldMkLst>
      </pc:sldChg>
      <pc:sldChg chg="del">
        <pc:chgData name="Janvi Chawda" userId="S::janvi.chawda@iast-software.com::407004c6-8bd7-4c80-b6a8-efd282d13f79" providerId="AD" clId="Web-{0D5F284B-85AB-E0D9-8448-D67E5511BB6F}" dt="2024-08-08T04:55:11.830" v="3"/>
        <pc:sldMkLst>
          <pc:docMk/>
          <pc:sldMk cId="2484568778" sldId="424"/>
        </pc:sldMkLst>
      </pc:sldChg>
      <pc:sldChg chg="add del replId">
        <pc:chgData name="Janvi Chawda" userId="S::janvi.chawda@iast-software.com::407004c6-8bd7-4c80-b6a8-efd282d13f79" providerId="AD" clId="Web-{0D5F284B-85AB-E0D9-8448-D67E5511BB6F}" dt="2024-08-08T04:55:18.064" v="5"/>
        <pc:sldMkLst>
          <pc:docMk/>
          <pc:sldMk cId="2853504186" sldId="424"/>
        </pc:sldMkLst>
      </pc:sldChg>
      <pc:sldChg chg="del">
        <pc:chgData name="Janvi Chawda" userId="S::janvi.chawda@iast-software.com::407004c6-8bd7-4c80-b6a8-efd282d13f79" providerId="AD" clId="Web-{0D5F284B-85AB-E0D9-8448-D67E5511BB6F}" dt="2024-08-08T04:55:01.158" v="1"/>
        <pc:sldMkLst>
          <pc:docMk/>
          <pc:sldMk cId="4051333465" sldId="425"/>
        </pc:sldMkLst>
      </pc:sldChg>
    </pc:docChg>
  </pc:docChgLst>
  <pc:docChgLst>
    <pc:chgData name="Janvi Chawda" userId="407004c6-8bd7-4c80-b6a8-efd282d13f79" providerId="ADAL" clId="{76DFD59B-8EC6-4C2B-83D7-A3006424BFDA}"/>
    <pc:docChg chg="custSel addSld delSld modSld sldOrd modMainMaster">
      <pc:chgData name="Janvi Chawda" userId="407004c6-8bd7-4c80-b6a8-efd282d13f79" providerId="ADAL" clId="{76DFD59B-8EC6-4C2B-83D7-A3006424BFDA}" dt="2024-07-23T10:38:31.736" v="1188" actId="403"/>
      <pc:docMkLst>
        <pc:docMk/>
      </pc:docMkLst>
      <pc:sldChg chg="addSp modSp mod">
        <pc:chgData name="Janvi Chawda" userId="407004c6-8bd7-4c80-b6a8-efd282d13f79" providerId="ADAL" clId="{76DFD59B-8EC6-4C2B-83D7-A3006424BFDA}" dt="2024-07-23T10:10:05.142" v="550" actId="20577"/>
        <pc:sldMkLst>
          <pc:docMk/>
          <pc:sldMk cId="710528827" sldId="258"/>
        </pc:sldMkLst>
        <pc:spChg chg="mod">
          <ac:chgData name="Janvi Chawda" userId="407004c6-8bd7-4c80-b6a8-efd282d13f79" providerId="ADAL" clId="{76DFD59B-8EC6-4C2B-83D7-A3006424BFDA}" dt="2024-07-23T10:10:01.307" v="547" actId="20577"/>
          <ac:spMkLst>
            <pc:docMk/>
            <pc:sldMk cId="710528827" sldId="258"/>
            <ac:spMk id="2" creationId="{432DA931-9B0A-E670-9373-E5BB54E7E060}"/>
          </ac:spMkLst>
        </pc:spChg>
        <pc:spChg chg="add mod">
          <ac:chgData name="Janvi Chawda" userId="407004c6-8bd7-4c80-b6a8-efd282d13f79" providerId="ADAL" clId="{76DFD59B-8EC6-4C2B-83D7-A3006424BFDA}" dt="2024-07-23T10:10:05.142" v="550" actId="20577"/>
          <ac:spMkLst>
            <pc:docMk/>
            <pc:sldMk cId="710528827" sldId="258"/>
            <ac:spMk id="3" creationId="{EFB3FC5E-52DD-6EAC-070E-2BAF4EAC3AAA}"/>
          </ac:spMkLst>
        </pc:spChg>
        <pc:spChg chg="add mod">
          <ac:chgData name="Janvi Chawda" userId="407004c6-8bd7-4c80-b6a8-efd282d13f79" providerId="ADAL" clId="{76DFD59B-8EC6-4C2B-83D7-A3006424BFDA}" dt="2024-07-23T10:09:43.300" v="544" actId="20577"/>
          <ac:spMkLst>
            <pc:docMk/>
            <pc:sldMk cId="710528827" sldId="258"/>
            <ac:spMk id="4" creationId="{9E7D8B73-949A-30A7-7DCF-02A16A9A8B5D}"/>
          </ac:spMkLst>
        </pc:spChg>
      </pc:sldChg>
      <pc:sldChg chg="modSp mod">
        <pc:chgData name="Janvi Chawda" userId="407004c6-8bd7-4c80-b6a8-efd282d13f79" providerId="ADAL" clId="{76DFD59B-8EC6-4C2B-83D7-A3006424BFDA}" dt="2024-07-23T10:10:08.786" v="552" actId="20577"/>
        <pc:sldMkLst>
          <pc:docMk/>
          <pc:sldMk cId="1280831923" sldId="260"/>
        </pc:sldMkLst>
        <pc:spChg chg="mod">
          <ac:chgData name="Janvi Chawda" userId="407004c6-8bd7-4c80-b6a8-efd282d13f79" providerId="ADAL" clId="{76DFD59B-8EC6-4C2B-83D7-A3006424BFDA}" dt="2024-07-23T10:10:08.786" v="552" actId="20577"/>
          <ac:spMkLst>
            <pc:docMk/>
            <pc:sldMk cId="1280831923" sldId="260"/>
            <ac:spMk id="3" creationId="{2BEA0E70-7B7B-098D-1820-8AB7507A02E2}"/>
          </ac:spMkLst>
        </pc:spChg>
      </pc:sldChg>
      <pc:sldChg chg="modSp mod">
        <pc:chgData name="Janvi Chawda" userId="407004c6-8bd7-4c80-b6a8-efd282d13f79" providerId="ADAL" clId="{76DFD59B-8EC6-4C2B-83D7-A3006424BFDA}" dt="2024-07-23T10:05:32.742" v="504" actId="20577"/>
        <pc:sldMkLst>
          <pc:docMk/>
          <pc:sldMk cId="4182405369" sldId="261"/>
        </pc:sldMkLst>
        <pc:spChg chg="mod">
          <ac:chgData name="Janvi Chawda" userId="407004c6-8bd7-4c80-b6a8-efd282d13f79" providerId="ADAL" clId="{76DFD59B-8EC6-4C2B-83D7-A3006424BFDA}" dt="2024-07-23T10:05:32.742" v="504" actId="20577"/>
          <ac:spMkLst>
            <pc:docMk/>
            <pc:sldMk cId="4182405369" sldId="261"/>
            <ac:spMk id="6" creationId="{19AB89D0-8562-49A8-BAFA-01679A4CC96E}"/>
          </ac:spMkLst>
        </pc:spChg>
      </pc:sldChg>
      <pc:sldChg chg="del">
        <pc:chgData name="Janvi Chawda" userId="407004c6-8bd7-4c80-b6a8-efd282d13f79" providerId="ADAL" clId="{76DFD59B-8EC6-4C2B-83D7-A3006424BFDA}" dt="2024-07-23T10:09:04.482" v="528" actId="47"/>
        <pc:sldMkLst>
          <pc:docMk/>
          <pc:sldMk cId="3274486935" sldId="262"/>
        </pc:sldMkLst>
      </pc:sldChg>
      <pc:sldChg chg="del">
        <pc:chgData name="Janvi Chawda" userId="407004c6-8bd7-4c80-b6a8-efd282d13f79" providerId="ADAL" clId="{76DFD59B-8EC6-4C2B-83D7-A3006424BFDA}" dt="2024-07-23T10:08:12.247" v="519" actId="47"/>
        <pc:sldMkLst>
          <pc:docMk/>
          <pc:sldMk cId="1390651713" sldId="268"/>
        </pc:sldMkLst>
      </pc:sldChg>
      <pc:sldChg chg="addSp add del">
        <pc:chgData name="Janvi Chawda" userId="407004c6-8bd7-4c80-b6a8-efd282d13f79" providerId="ADAL" clId="{76DFD59B-8EC6-4C2B-83D7-A3006424BFDA}" dt="2024-07-23T09:56:08.976" v="480" actId="47"/>
        <pc:sldMkLst>
          <pc:docMk/>
          <pc:sldMk cId="2225258636" sldId="271"/>
        </pc:sldMkLst>
        <pc:picChg chg="add">
          <ac:chgData name="Janvi Chawda" userId="407004c6-8bd7-4c80-b6a8-efd282d13f79" providerId="ADAL" clId="{76DFD59B-8EC6-4C2B-83D7-A3006424BFDA}" dt="2024-07-23T09:55:54.209" v="478"/>
          <ac:picMkLst>
            <pc:docMk/>
            <pc:sldMk cId="2225258636" sldId="271"/>
            <ac:picMk id="4" creationId="{14ECF317-8CEE-4FE1-0978-000EC79C0F1D}"/>
          </ac:picMkLst>
        </pc:picChg>
      </pc:sldChg>
      <pc:sldChg chg="ord">
        <pc:chgData name="Janvi Chawda" userId="407004c6-8bd7-4c80-b6a8-efd282d13f79" providerId="ADAL" clId="{76DFD59B-8EC6-4C2B-83D7-A3006424BFDA}" dt="2024-07-23T10:02:05.589" v="489"/>
        <pc:sldMkLst>
          <pc:docMk/>
          <pc:sldMk cId="153990063" sldId="272"/>
        </pc:sldMkLst>
      </pc:sldChg>
      <pc:sldChg chg="ord">
        <pc:chgData name="Janvi Chawda" userId="407004c6-8bd7-4c80-b6a8-efd282d13f79" providerId="ADAL" clId="{76DFD59B-8EC6-4C2B-83D7-A3006424BFDA}" dt="2024-07-23T10:01:40.568" v="482"/>
        <pc:sldMkLst>
          <pc:docMk/>
          <pc:sldMk cId="4173371392" sldId="417"/>
        </pc:sldMkLst>
      </pc:sldChg>
      <pc:sldChg chg="modSp mod">
        <pc:chgData name="Janvi Chawda" userId="407004c6-8bd7-4c80-b6a8-efd282d13f79" providerId="ADAL" clId="{76DFD59B-8EC6-4C2B-83D7-A3006424BFDA}" dt="2024-07-23T10:03:41.830" v="503" actId="5793"/>
        <pc:sldMkLst>
          <pc:docMk/>
          <pc:sldMk cId="3190388573" sldId="418"/>
        </pc:sldMkLst>
        <pc:spChg chg="mod">
          <ac:chgData name="Janvi Chawda" userId="407004c6-8bd7-4c80-b6a8-efd282d13f79" providerId="ADAL" clId="{76DFD59B-8EC6-4C2B-83D7-A3006424BFDA}" dt="2024-07-23T10:03:27.967" v="498" actId="20577"/>
          <ac:spMkLst>
            <pc:docMk/>
            <pc:sldMk cId="3190388573" sldId="418"/>
            <ac:spMk id="2" creationId="{16CED6B0-2516-6FDA-24F9-DFBE57214439}"/>
          </ac:spMkLst>
        </pc:spChg>
        <pc:spChg chg="mod">
          <ac:chgData name="Janvi Chawda" userId="407004c6-8bd7-4c80-b6a8-efd282d13f79" providerId="ADAL" clId="{76DFD59B-8EC6-4C2B-83D7-A3006424BFDA}" dt="2024-07-23T10:03:41.830" v="503" actId="5793"/>
          <ac:spMkLst>
            <pc:docMk/>
            <pc:sldMk cId="3190388573" sldId="418"/>
            <ac:spMk id="3" creationId="{842C525D-62C5-FE45-A545-32AAC6B38BE8}"/>
          </ac:spMkLst>
        </pc:spChg>
      </pc:sldChg>
      <pc:sldChg chg="new del">
        <pc:chgData name="Janvi Chawda" userId="407004c6-8bd7-4c80-b6a8-efd282d13f79" providerId="ADAL" clId="{76DFD59B-8EC6-4C2B-83D7-A3006424BFDA}" dt="2024-07-23T09:27:42.893" v="423" actId="2696"/>
        <pc:sldMkLst>
          <pc:docMk/>
          <pc:sldMk cId="671722131" sldId="419"/>
        </pc:sldMkLst>
      </pc:sldChg>
      <pc:sldChg chg="new del">
        <pc:chgData name="Janvi Chawda" userId="407004c6-8bd7-4c80-b6a8-efd282d13f79" providerId="ADAL" clId="{76DFD59B-8EC6-4C2B-83D7-A3006424BFDA}" dt="2024-07-23T08:51:05.426" v="415" actId="2696"/>
        <pc:sldMkLst>
          <pc:docMk/>
          <pc:sldMk cId="956423475" sldId="419"/>
        </pc:sldMkLst>
      </pc:sldChg>
      <pc:sldChg chg="new del">
        <pc:chgData name="Janvi Chawda" userId="407004c6-8bd7-4c80-b6a8-efd282d13f79" providerId="ADAL" clId="{76DFD59B-8EC6-4C2B-83D7-A3006424BFDA}" dt="2024-07-23T06:28:06.254" v="309" actId="2696"/>
        <pc:sldMkLst>
          <pc:docMk/>
          <pc:sldMk cId="1001317231" sldId="419"/>
        </pc:sldMkLst>
      </pc:sldChg>
      <pc:sldChg chg="new del">
        <pc:chgData name="Janvi Chawda" userId="407004c6-8bd7-4c80-b6a8-efd282d13f79" providerId="ADAL" clId="{76DFD59B-8EC6-4C2B-83D7-A3006424BFDA}" dt="2024-07-23T09:26:59.646" v="421" actId="2696"/>
        <pc:sldMkLst>
          <pc:docMk/>
          <pc:sldMk cId="1402674426" sldId="419"/>
        </pc:sldMkLst>
      </pc:sldChg>
      <pc:sldChg chg="modSp new del mod">
        <pc:chgData name="Janvi Chawda" userId="407004c6-8bd7-4c80-b6a8-efd282d13f79" providerId="ADAL" clId="{76DFD59B-8EC6-4C2B-83D7-A3006424BFDA}" dt="2024-07-23T10:01:52.962" v="484" actId="47"/>
        <pc:sldMkLst>
          <pc:docMk/>
          <pc:sldMk cId="1465591506" sldId="419"/>
        </pc:sldMkLst>
        <pc:spChg chg="mod">
          <ac:chgData name="Janvi Chawda" userId="407004c6-8bd7-4c80-b6a8-efd282d13f79" providerId="ADAL" clId="{76DFD59B-8EC6-4C2B-83D7-A3006424BFDA}" dt="2024-07-23T09:43:27.092" v="435" actId="27636"/>
          <ac:spMkLst>
            <pc:docMk/>
            <pc:sldMk cId="1465591506" sldId="419"/>
            <ac:spMk id="2" creationId="{A733F524-1C57-EDB8-83D6-99D30958FBD0}"/>
          </ac:spMkLst>
        </pc:spChg>
        <pc:spChg chg="mod">
          <ac:chgData name="Janvi Chawda" userId="407004c6-8bd7-4c80-b6a8-efd282d13f79" providerId="ADAL" clId="{76DFD59B-8EC6-4C2B-83D7-A3006424BFDA}" dt="2024-07-23T09:46:27.995" v="467" actId="20577"/>
          <ac:spMkLst>
            <pc:docMk/>
            <pc:sldMk cId="1465591506" sldId="419"/>
            <ac:spMk id="3" creationId="{1961047B-B826-6C84-9BC3-3B9C01BCF2E0}"/>
          </ac:spMkLst>
        </pc:spChg>
      </pc:sldChg>
      <pc:sldChg chg="new del">
        <pc:chgData name="Janvi Chawda" userId="407004c6-8bd7-4c80-b6a8-efd282d13f79" providerId="ADAL" clId="{76DFD59B-8EC6-4C2B-83D7-A3006424BFDA}" dt="2024-07-23T08:55:32.411" v="419" actId="2696"/>
        <pc:sldMkLst>
          <pc:docMk/>
          <pc:sldMk cId="2348568505" sldId="419"/>
        </pc:sldMkLst>
      </pc:sldChg>
      <pc:sldChg chg="addSp modSp new del mod">
        <pc:chgData name="Janvi Chawda" userId="407004c6-8bd7-4c80-b6a8-efd282d13f79" providerId="ADAL" clId="{76DFD59B-8EC6-4C2B-83D7-A3006424BFDA}" dt="2024-07-23T09:43:08.827" v="432" actId="2696"/>
        <pc:sldMkLst>
          <pc:docMk/>
          <pc:sldMk cId="2814174274" sldId="419"/>
        </pc:sldMkLst>
        <pc:spChg chg="add mod">
          <ac:chgData name="Janvi Chawda" userId="407004c6-8bd7-4c80-b6a8-efd282d13f79" providerId="ADAL" clId="{76DFD59B-8EC6-4C2B-83D7-A3006424BFDA}" dt="2024-07-23T09:43:04.489" v="431" actId="688"/>
          <ac:spMkLst>
            <pc:docMk/>
            <pc:sldMk cId="2814174274" sldId="419"/>
            <ac:spMk id="3" creationId="{1AD2519E-2417-803B-7921-4F350FAE7776}"/>
          </ac:spMkLst>
        </pc:spChg>
      </pc:sldChg>
      <pc:sldChg chg="new del">
        <pc:chgData name="Janvi Chawda" userId="407004c6-8bd7-4c80-b6a8-efd282d13f79" providerId="ADAL" clId="{76DFD59B-8EC6-4C2B-83D7-A3006424BFDA}" dt="2024-07-23T08:51:13.301" v="417" actId="2696"/>
        <pc:sldMkLst>
          <pc:docMk/>
          <pc:sldMk cId="3520556085" sldId="419"/>
        </pc:sldMkLst>
      </pc:sldChg>
      <pc:sldChg chg="new del">
        <pc:chgData name="Janvi Chawda" userId="407004c6-8bd7-4c80-b6a8-efd282d13f79" providerId="ADAL" clId="{76DFD59B-8EC6-4C2B-83D7-A3006424BFDA}" dt="2024-07-23T06:27:55.692" v="307" actId="2696"/>
        <pc:sldMkLst>
          <pc:docMk/>
          <pc:sldMk cId="3529056937" sldId="419"/>
        </pc:sldMkLst>
      </pc:sldChg>
      <pc:sldChg chg="modSp new del mod">
        <pc:chgData name="Janvi Chawda" userId="407004c6-8bd7-4c80-b6a8-efd282d13f79" providerId="ADAL" clId="{76DFD59B-8EC6-4C2B-83D7-A3006424BFDA}" dt="2024-07-23T09:32:40.457" v="428" actId="2696"/>
        <pc:sldMkLst>
          <pc:docMk/>
          <pc:sldMk cId="3551498182" sldId="419"/>
        </pc:sldMkLst>
        <pc:spChg chg="mod">
          <ac:chgData name="Janvi Chawda" userId="407004c6-8bd7-4c80-b6a8-efd282d13f79" providerId="ADAL" clId="{76DFD59B-8EC6-4C2B-83D7-A3006424BFDA}" dt="2024-07-23T09:28:38.417" v="425" actId="14100"/>
          <ac:spMkLst>
            <pc:docMk/>
            <pc:sldMk cId="3551498182" sldId="419"/>
            <ac:spMk id="2" creationId="{351E41EC-1697-DEDA-AADD-EF36894DDBA2}"/>
          </ac:spMkLst>
        </pc:spChg>
        <pc:spChg chg="mod">
          <ac:chgData name="Janvi Chawda" userId="407004c6-8bd7-4c80-b6a8-efd282d13f79" providerId="ADAL" clId="{76DFD59B-8EC6-4C2B-83D7-A3006424BFDA}" dt="2024-07-23T09:29:08.374" v="427" actId="14100"/>
          <ac:spMkLst>
            <pc:docMk/>
            <pc:sldMk cId="3551498182" sldId="419"/>
            <ac:spMk id="3" creationId="{DCC734FD-10B6-4413-25DF-0A7AB66BBD5A}"/>
          </ac:spMkLst>
        </pc:spChg>
      </pc:sldChg>
      <pc:sldChg chg="modSp new del mod">
        <pc:chgData name="Janvi Chawda" userId="407004c6-8bd7-4c80-b6a8-efd282d13f79" providerId="ADAL" clId="{76DFD59B-8EC6-4C2B-83D7-A3006424BFDA}" dt="2024-07-23T10:01:53.746" v="485" actId="47"/>
        <pc:sldMkLst>
          <pc:docMk/>
          <pc:sldMk cId="162235256" sldId="420"/>
        </pc:sldMkLst>
        <pc:spChg chg="mod">
          <ac:chgData name="Janvi Chawda" userId="407004c6-8bd7-4c80-b6a8-efd282d13f79" providerId="ADAL" clId="{76DFD59B-8EC6-4C2B-83D7-A3006424BFDA}" dt="2024-07-23T09:47:24.402" v="470" actId="27636"/>
          <ac:spMkLst>
            <pc:docMk/>
            <pc:sldMk cId="162235256" sldId="420"/>
            <ac:spMk id="2" creationId="{E787EE20-C442-AF72-079D-24723E003D7F}"/>
          </ac:spMkLst>
        </pc:spChg>
        <pc:spChg chg="mod">
          <ac:chgData name="Janvi Chawda" userId="407004c6-8bd7-4c80-b6a8-efd282d13f79" providerId="ADAL" clId="{76DFD59B-8EC6-4C2B-83D7-A3006424BFDA}" dt="2024-07-23T09:48:30.146" v="474" actId="20577"/>
          <ac:spMkLst>
            <pc:docMk/>
            <pc:sldMk cId="162235256" sldId="420"/>
            <ac:spMk id="3" creationId="{1C8EEF04-5D41-CB28-50D1-E99832C2A749}"/>
          </ac:spMkLst>
        </pc:spChg>
      </pc:sldChg>
      <pc:sldChg chg="new del">
        <pc:chgData name="Janvi Chawda" userId="407004c6-8bd7-4c80-b6a8-efd282d13f79" providerId="ADAL" clId="{76DFD59B-8EC6-4C2B-83D7-A3006424BFDA}" dt="2024-07-23T08:51:02.809" v="414" actId="2696"/>
        <pc:sldMkLst>
          <pc:docMk/>
          <pc:sldMk cId="813467276" sldId="420"/>
        </pc:sldMkLst>
      </pc:sldChg>
      <pc:sldChg chg="new del">
        <pc:chgData name="Janvi Chawda" userId="407004c6-8bd7-4c80-b6a8-efd282d13f79" providerId="ADAL" clId="{76DFD59B-8EC6-4C2B-83D7-A3006424BFDA}" dt="2024-07-23T10:01:44.004" v="483" actId="47"/>
        <pc:sldMkLst>
          <pc:docMk/>
          <pc:sldMk cId="1552672678" sldId="421"/>
        </pc:sldMkLst>
      </pc:sldChg>
      <pc:sldChg chg="add ord">
        <pc:chgData name="Janvi Chawda" userId="407004c6-8bd7-4c80-b6a8-efd282d13f79" providerId="ADAL" clId="{76DFD59B-8EC6-4C2B-83D7-A3006424BFDA}" dt="2024-07-23T10:02:01.965" v="487"/>
        <pc:sldMkLst>
          <pc:docMk/>
          <pc:sldMk cId="1006118594" sldId="422"/>
        </pc:sldMkLst>
      </pc:sldChg>
      <pc:sldChg chg="addSp delSp modSp mod">
        <pc:chgData name="Janvi Chawda" userId="407004c6-8bd7-4c80-b6a8-efd282d13f79" providerId="ADAL" clId="{76DFD59B-8EC6-4C2B-83D7-A3006424BFDA}" dt="2024-07-23T10:10:20.525" v="562" actId="20577"/>
        <pc:sldMkLst>
          <pc:docMk/>
          <pc:sldMk cId="1901616797" sldId="423"/>
        </pc:sldMkLst>
        <pc:spChg chg="add mod">
          <ac:chgData name="Janvi Chawda" userId="407004c6-8bd7-4c80-b6a8-efd282d13f79" providerId="ADAL" clId="{76DFD59B-8EC6-4C2B-83D7-A3006424BFDA}" dt="2024-07-23T10:10:20.525" v="562" actId="20577"/>
          <ac:spMkLst>
            <pc:docMk/>
            <pc:sldMk cId="1901616797" sldId="423"/>
            <ac:spMk id="2" creationId="{CA64FA38-3BBF-C644-C30D-D7F543464C3E}"/>
          </ac:spMkLst>
        </pc:spChg>
        <pc:spChg chg="mod">
          <ac:chgData name="Janvi Chawda" userId="407004c6-8bd7-4c80-b6a8-efd282d13f79" providerId="ADAL" clId="{76DFD59B-8EC6-4C2B-83D7-A3006424BFDA}" dt="2024-07-23T10:10:15.099" v="557" actId="20577"/>
          <ac:spMkLst>
            <pc:docMk/>
            <pc:sldMk cId="1901616797" sldId="423"/>
            <ac:spMk id="3" creationId="{2BEA0E70-7B7B-098D-1820-8AB7507A02E2}"/>
          </ac:spMkLst>
        </pc:spChg>
        <pc:spChg chg="add del mod">
          <ac:chgData name="Janvi Chawda" userId="407004c6-8bd7-4c80-b6a8-efd282d13f79" providerId="ADAL" clId="{76DFD59B-8EC6-4C2B-83D7-A3006424BFDA}" dt="2024-07-23T10:08:43.552" v="524" actId="478"/>
          <ac:spMkLst>
            <pc:docMk/>
            <pc:sldMk cId="1901616797" sldId="423"/>
            <ac:spMk id="4" creationId="{2B0FF1FA-7B39-775C-8BDD-4820599878C0}"/>
          </ac:spMkLst>
        </pc:spChg>
        <pc:spChg chg="mod">
          <ac:chgData name="Janvi Chawda" userId="407004c6-8bd7-4c80-b6a8-efd282d13f79" providerId="ADAL" clId="{76DFD59B-8EC6-4C2B-83D7-A3006424BFDA}" dt="2024-07-23T10:08:59.846" v="526"/>
          <ac:spMkLst>
            <pc:docMk/>
            <pc:sldMk cId="1901616797" sldId="423"/>
            <ac:spMk id="5" creationId="{F5C0D10D-8A6C-53D1-1F48-493051252A3A}"/>
          </ac:spMkLst>
        </pc:spChg>
        <pc:spChg chg="add mod">
          <ac:chgData name="Janvi Chawda" userId="407004c6-8bd7-4c80-b6a8-efd282d13f79" providerId="ADAL" clId="{76DFD59B-8EC6-4C2B-83D7-A3006424BFDA}" dt="2024-07-23T10:09:02.815" v="527" actId="1076"/>
          <ac:spMkLst>
            <pc:docMk/>
            <pc:sldMk cId="1901616797" sldId="423"/>
            <ac:spMk id="6" creationId="{7F3A7B66-49C7-B218-76A0-74320A02B170}"/>
          </ac:spMkLst>
        </pc:spChg>
      </pc:sldChg>
      <pc:sldChg chg="addSp delSp modSp add mod">
        <pc:chgData name="Janvi Chawda" userId="407004c6-8bd7-4c80-b6a8-efd282d13f79" providerId="ADAL" clId="{76DFD59B-8EC6-4C2B-83D7-A3006424BFDA}" dt="2024-07-23T10:21:47.893" v="688"/>
        <pc:sldMkLst>
          <pc:docMk/>
          <pc:sldMk cId="2484568778" sldId="424"/>
        </pc:sldMkLst>
        <pc:spChg chg="mod">
          <ac:chgData name="Janvi Chawda" userId="407004c6-8bd7-4c80-b6a8-efd282d13f79" providerId="ADAL" clId="{76DFD59B-8EC6-4C2B-83D7-A3006424BFDA}" dt="2024-07-23T10:15:35.873" v="681" actId="20577"/>
          <ac:spMkLst>
            <pc:docMk/>
            <pc:sldMk cId="2484568778" sldId="424"/>
            <ac:spMk id="2" creationId="{CA64FA38-3BBF-C644-C30D-D7F543464C3E}"/>
          </ac:spMkLst>
        </pc:spChg>
        <pc:spChg chg="mod">
          <ac:chgData name="Janvi Chawda" userId="407004c6-8bd7-4c80-b6a8-efd282d13f79" providerId="ADAL" clId="{76DFD59B-8EC6-4C2B-83D7-A3006424BFDA}" dt="2024-07-23T10:13:16.460" v="633" actId="1076"/>
          <ac:spMkLst>
            <pc:docMk/>
            <pc:sldMk cId="2484568778" sldId="424"/>
            <ac:spMk id="3" creationId="{2BEA0E70-7B7B-098D-1820-8AB7507A02E2}"/>
          </ac:spMkLst>
        </pc:spChg>
        <pc:spChg chg="add mod">
          <ac:chgData name="Janvi Chawda" userId="407004c6-8bd7-4c80-b6a8-efd282d13f79" providerId="ADAL" clId="{76DFD59B-8EC6-4C2B-83D7-A3006424BFDA}" dt="2024-07-23T10:15:11.694" v="639" actId="20577"/>
          <ac:spMkLst>
            <pc:docMk/>
            <pc:sldMk cId="2484568778" sldId="424"/>
            <ac:spMk id="4" creationId="{F7D29ACB-F8B5-AA04-7F9D-D2F3B1D934D6}"/>
          </ac:spMkLst>
        </pc:spChg>
        <pc:spChg chg="del mod">
          <ac:chgData name="Janvi Chawda" userId="407004c6-8bd7-4c80-b6a8-efd282d13f79" providerId="ADAL" clId="{76DFD59B-8EC6-4C2B-83D7-A3006424BFDA}" dt="2024-07-23T10:21:47.890" v="686"/>
          <ac:spMkLst>
            <pc:docMk/>
            <pc:sldMk cId="2484568778" sldId="424"/>
            <ac:spMk id="5" creationId="{F5C0D10D-8A6C-53D1-1F48-493051252A3A}"/>
          </ac:spMkLst>
        </pc:spChg>
        <pc:spChg chg="del mod">
          <ac:chgData name="Janvi Chawda" userId="407004c6-8bd7-4c80-b6a8-efd282d13f79" providerId="ADAL" clId="{76DFD59B-8EC6-4C2B-83D7-A3006424BFDA}" dt="2024-07-23T10:21:47.893" v="688"/>
          <ac:spMkLst>
            <pc:docMk/>
            <pc:sldMk cId="2484568778" sldId="424"/>
            <ac:spMk id="6" creationId="{7F3A7B66-49C7-B218-76A0-74320A02B170}"/>
          </ac:spMkLst>
        </pc:spChg>
      </pc:sldChg>
      <pc:sldChg chg="addSp modSp new mod">
        <pc:chgData name="Janvi Chawda" userId="407004c6-8bd7-4c80-b6a8-efd282d13f79" providerId="ADAL" clId="{76DFD59B-8EC6-4C2B-83D7-A3006424BFDA}" dt="2024-07-23T10:38:31.736" v="1188" actId="403"/>
        <pc:sldMkLst>
          <pc:docMk/>
          <pc:sldMk cId="4051333465" sldId="425"/>
        </pc:sldMkLst>
        <pc:spChg chg="add mod">
          <ac:chgData name="Janvi Chawda" userId="407004c6-8bd7-4c80-b6a8-efd282d13f79" providerId="ADAL" clId="{76DFD59B-8EC6-4C2B-83D7-A3006424BFDA}" dt="2024-07-23T10:29:46.658" v="725" actId="1076"/>
          <ac:spMkLst>
            <pc:docMk/>
            <pc:sldMk cId="4051333465" sldId="425"/>
            <ac:spMk id="2" creationId="{EFBEE0A2-2E3A-AD25-CBBA-82C12D9DB31A}"/>
          </ac:spMkLst>
        </pc:spChg>
        <pc:spChg chg="add mod">
          <ac:chgData name="Janvi Chawda" userId="407004c6-8bd7-4c80-b6a8-efd282d13f79" providerId="ADAL" clId="{76DFD59B-8EC6-4C2B-83D7-A3006424BFDA}" dt="2024-07-23T10:38:31.736" v="1188" actId="403"/>
          <ac:spMkLst>
            <pc:docMk/>
            <pc:sldMk cId="4051333465" sldId="425"/>
            <ac:spMk id="3" creationId="{249B3A3C-DC0E-6568-DA4D-C89B165E8C6F}"/>
          </ac:spMkLst>
        </pc:spChg>
      </pc:sldChg>
      <pc:sldMasterChg chg="addSp">
        <pc:chgData name="Janvi Chawda" userId="407004c6-8bd7-4c80-b6a8-efd282d13f79" providerId="ADAL" clId="{76DFD59B-8EC6-4C2B-83D7-A3006424BFDA}" dt="2024-07-23T06:17:31.950" v="110"/>
        <pc:sldMasterMkLst>
          <pc:docMk/>
          <pc:sldMasterMk cId="1214182129" sldId="2147483676"/>
        </pc:sldMasterMkLst>
        <pc:spChg chg="add">
          <ac:chgData name="Janvi Chawda" userId="407004c6-8bd7-4c80-b6a8-efd282d13f79" providerId="ADAL" clId="{76DFD59B-8EC6-4C2B-83D7-A3006424BFDA}" dt="2024-07-23T06:17:31.950" v="110"/>
          <ac:spMkLst>
            <pc:docMk/>
            <pc:sldMasterMk cId="1214182129" sldId="2147483676"/>
            <ac:spMk id="12" creationId="{2A2605DA-569D-E075-56A1-B36DCFC9A624}"/>
          </ac:spMkLst>
        </pc:spChg>
        <pc:picChg chg="add">
          <ac:chgData name="Janvi Chawda" userId="407004c6-8bd7-4c80-b6a8-efd282d13f79" providerId="ADAL" clId="{76DFD59B-8EC6-4C2B-83D7-A3006424BFDA}" dt="2024-07-23T06:17:31.950" v="110"/>
          <ac:picMkLst>
            <pc:docMk/>
            <pc:sldMasterMk cId="1214182129" sldId="2147483676"/>
            <ac:picMk id="9" creationId="{ABF08914-78D1-8B88-2BAF-EA7389406EAE}"/>
          </ac:picMkLst>
        </pc:picChg>
        <pc:cxnChg chg="add">
          <ac:chgData name="Janvi Chawda" userId="407004c6-8bd7-4c80-b6a8-efd282d13f79" providerId="ADAL" clId="{76DFD59B-8EC6-4C2B-83D7-A3006424BFDA}" dt="2024-07-23T06:17:31.950" v="110"/>
          <ac:cxnSpMkLst>
            <pc:docMk/>
            <pc:sldMasterMk cId="1214182129" sldId="2147483676"/>
            <ac:cxnSpMk id="11" creationId="{B361BF66-D527-C4F2-DB67-21773E6AAA98}"/>
          </ac:cxnSpMkLst>
        </pc:cxnChg>
      </pc:sldMasterChg>
    </pc:docChg>
  </pc:docChgLst>
  <pc:docChgLst>
    <pc:chgData name="Suyash Vairagade" userId="c59b48da-0114-4aba-9a81-cd3dfeaf9a57" providerId="ADAL" clId="{9BF6510B-E92A-4031-8A23-0F6CB75F2089}"/>
    <pc:docChg chg="custSel modSld">
      <pc:chgData name="Suyash Vairagade" userId="c59b48da-0114-4aba-9a81-cd3dfeaf9a57" providerId="ADAL" clId="{9BF6510B-E92A-4031-8A23-0F6CB75F2089}" dt="2024-11-20T05:23:52.055" v="9" actId="207"/>
      <pc:docMkLst>
        <pc:docMk/>
      </pc:docMkLst>
      <pc:sldChg chg="modSp mod">
        <pc:chgData name="Suyash Vairagade" userId="c59b48da-0114-4aba-9a81-cd3dfeaf9a57" providerId="ADAL" clId="{9BF6510B-E92A-4031-8A23-0F6CB75F2089}" dt="2024-11-20T05:23:52.055" v="9" actId="207"/>
        <pc:sldMkLst>
          <pc:docMk/>
          <pc:sldMk cId="4182405369" sldId="261"/>
        </pc:sldMkLst>
        <pc:spChg chg="mod">
          <ac:chgData name="Suyash Vairagade" userId="c59b48da-0114-4aba-9a81-cd3dfeaf9a57" providerId="ADAL" clId="{9BF6510B-E92A-4031-8A23-0F6CB75F2089}" dt="2024-11-20T05:23:52.055" v="9" actId="207"/>
          <ac:spMkLst>
            <pc:docMk/>
            <pc:sldMk cId="4182405369" sldId="261"/>
            <ac:spMk id="6" creationId="{19AB89D0-8562-49A8-BAFA-01679A4CC96E}"/>
          </ac:spMkLst>
        </pc:spChg>
      </pc:sldChg>
    </pc:docChg>
  </pc:docChgLst>
  <pc:docChgLst>
    <pc:chgData name="Purvi  Sahu" userId="eaed1e12-bc06-4498-b0b0-397df4cad69b" providerId="ADAL" clId="{B730EE72-D3EB-49E8-AEFB-4DEC2049BD4B}"/>
    <pc:docChg chg="addSld">
      <pc:chgData name="Purvi  Sahu" userId="eaed1e12-bc06-4498-b0b0-397df4cad69b" providerId="ADAL" clId="{B730EE72-D3EB-49E8-AEFB-4DEC2049BD4B}" dt="2024-10-02T07:57:55.624" v="1" actId="680"/>
      <pc:docMkLst>
        <pc:docMk/>
      </pc:docMkLst>
      <pc:sldChg chg="new">
        <pc:chgData name="Purvi  Sahu" userId="eaed1e12-bc06-4498-b0b0-397df4cad69b" providerId="ADAL" clId="{B730EE72-D3EB-49E8-AEFB-4DEC2049BD4B}" dt="2024-10-02T07:57:47.949" v="0" actId="680"/>
        <pc:sldMkLst>
          <pc:docMk/>
          <pc:sldMk cId="2855625469" sldId="418"/>
        </pc:sldMkLst>
      </pc:sldChg>
      <pc:sldChg chg="new">
        <pc:chgData name="Purvi  Sahu" userId="eaed1e12-bc06-4498-b0b0-397df4cad69b" providerId="ADAL" clId="{B730EE72-D3EB-49E8-AEFB-4DEC2049BD4B}" dt="2024-10-02T07:57:55.624" v="1" actId="680"/>
        <pc:sldMkLst>
          <pc:docMk/>
          <pc:sldMk cId="1356010505" sldId="41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785B65-E06A-41C0-BC07-6448B4C3027C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DFA81-5467-467F-81DD-4565BEA34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81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3F9531-3326-4057-9EBA-1F5D68C6F0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52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748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815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176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216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030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210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68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459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255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690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918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DCC21-CDD1-4F71-BEA4-14CB2C645D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68"/>
            <a:ext cx="12191888" cy="6850800"/>
          </a:xfrm>
          <a:prstGeom prst="rect">
            <a:avLst/>
          </a:prstGeom>
        </p:spPr>
      </p:pic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C6BF408C-A3FE-427A-BCAC-49F0BEAE4F3E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7000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91D7A-A48B-465E-9937-C66BC43F3B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550" y="3501000"/>
            <a:ext cx="5759450" cy="1703178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65040-5BDA-4405-B53B-23E35F213E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1269000"/>
            <a:ext cx="11520000" cy="1800000"/>
          </a:xfrm>
        </p:spPr>
        <p:txBody>
          <a:bodyPr anchor="t"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PROJECT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2416CF-2219-49E4-64AF-12926EFE54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0221" y="175018"/>
            <a:ext cx="1521105" cy="66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44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DCC21-CDD1-4F71-BEA4-14CB2C645D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68"/>
            <a:ext cx="12191888" cy="6850800"/>
          </a:xfrm>
          <a:prstGeom prst="rect">
            <a:avLst/>
          </a:prstGeom>
        </p:spPr>
      </p:pic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C6BF408C-A3FE-427A-BCAC-49F0BEAE4F3E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7000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91D7A-A48B-465E-9937-C66BC43F3B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550" y="3501000"/>
            <a:ext cx="5759450" cy="1703178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65040-5BDA-4405-B53B-23E35F213E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1269000"/>
            <a:ext cx="11520000" cy="1800000"/>
          </a:xfrm>
        </p:spPr>
        <p:txBody>
          <a:bodyPr anchor="t"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PROJECT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2416CF-2219-49E4-64AF-12926EFE54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43596" y="136525"/>
            <a:ext cx="1521105" cy="66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65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C0A9-44C8-15EE-D538-157BF6F44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25DF10-9B12-987B-53D3-E95EBEF0B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A905-F6C1-88DF-68CC-CCD1F6F2D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BBF64-F763-7A10-B16E-F1538A77D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06826-2C12-A1C8-3893-06D1A7C6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67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C5E8-1F0A-7A88-8B81-080373E3A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79D31-BD13-7454-722F-0884423F6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E6538-BBF6-487E-C17B-93660CEF7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47627-C1EB-4107-AF9D-6920D3118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9B1D2-2855-270F-7DD7-F6FEC51E0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77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2BF5-BE67-9018-109A-01910A1A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149AC-5B87-AD4D-248B-60DF7765F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C6DEA-7613-E0A0-183F-FC911CAD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9D413-0DD4-094F-66C6-EB0FD66E4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1B091-623F-0153-8307-291A21D92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499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972C-ABAB-9075-4880-FB5EB725C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AD6EB-BF6A-BC07-4EB6-8EA8303191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F7935-578E-FA22-293A-3B2B5926B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B5B31-11C8-31E1-EEAC-115F665B1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51F48-9B47-1DD9-240D-F955E1134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8C2D5-A24F-6039-BF84-FA86B4F27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65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1CBA-AE13-FFA1-C9DD-29950E2CE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96243-DAB3-D97F-38A5-9D8E7F22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C4547-8BA4-F99B-3320-935267C7F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B078D5-BDC1-47B1-0F86-5956FE33E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13D302-1C27-E15D-693D-1B690A2A0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75BCCE-08B9-73BD-7A06-5B2844E4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2D40A2-E12F-B55B-410F-3ADA502C9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B7C5B-6DAD-0D2F-621D-00DC4AC1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706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59D6-DE71-987D-8D3A-CFF57B45E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870FA7-8DF9-BF8A-9A0A-3CA07701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7F85B-E791-6898-CAA4-9D3FCC415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EAFA9-3DF6-F5B9-91F3-D5374FC9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131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BC7C9-2B64-B54E-C66F-246E5A884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2FA421-A9FB-EBA8-745B-29A680393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B0DA8-5540-1DEB-24D4-3BBB9366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809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E445-9AD8-75E7-E008-4467A52A6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D1ADE-B13D-40D9-61FD-FEF82E962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A36F6-E423-6605-1C4C-C01787AE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62509-00D5-D61E-398E-3BDAEC552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20AA1-4801-9793-B20B-930182E9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818BD-74FC-9C1D-1A86-C21966EC0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27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48034-7565-DF0E-EE33-62BB4595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72FB8E-1D62-4D36-2046-1B3999268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9A692-B743-DC66-1285-D5BDAFBC9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81F09-A8D0-F1DC-4BAB-950779FB1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66F9C-AA72-8BDC-C5C8-6DC301592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227F2-6C44-2401-5335-E1A50B3A7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540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3B2A7-3720-7B20-4DA7-5C932ED3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CD4AA8-4C90-BD19-D577-64BDA2346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79A6-47EC-CF5F-06D7-42F7FC7A3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95D65-E1DD-EAAF-A34F-1987B22D6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D841F-EA17-C19D-EEB4-30B106FCD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917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D28AD4-1C22-70FF-BE7F-DF3DEB339F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2372C-8066-B897-E3B6-45705BA77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7BFB0-653E-EDA1-0285-272C9FE0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AED6-B6E1-4556-B85F-1C77E20A4FA7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8CF17-F82E-A7D5-D19C-5CCEAC27C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8368D-991E-A896-914B-1E7DD28D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05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BF08914-78D1-8B88-2BAF-EA7389406EAE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881360" y="6311900"/>
            <a:ext cx="1232992" cy="47128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61BF66-D527-C4F2-DB67-21773E6AAA98}"/>
              </a:ext>
            </a:extLst>
          </p:cNvPr>
          <p:cNvCxnSpPr>
            <a:cxnSpLocks/>
          </p:cNvCxnSpPr>
          <p:nvPr userDrawn="1"/>
        </p:nvCxnSpPr>
        <p:spPr>
          <a:xfrm>
            <a:off x="0" y="6467302"/>
            <a:ext cx="1088136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A2605DA-569D-E075-56A1-B36DCFC9A624}"/>
              </a:ext>
            </a:extLst>
          </p:cNvPr>
          <p:cNvSpPr txBox="1"/>
          <p:nvPr userDrawn="1"/>
        </p:nvSpPr>
        <p:spPr>
          <a:xfrm>
            <a:off x="4404360" y="6517456"/>
            <a:ext cx="3383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bg2">
                    <a:lumMod val="90000"/>
                  </a:schemeClr>
                </a:solidFill>
              </a:rPr>
              <a:t>Internal Document</a:t>
            </a:r>
            <a:endParaRPr lang="en-IN" sz="120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18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7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B07126-A333-6B37-002B-D7360F9E9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76626-D600-872A-7A43-2E618AEBE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FAD91-FBAA-DD06-F21C-F17EB310D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1AED6-B6E1-4556-B85F-1C77E20A4FA7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D0580-2F75-E72D-C1C0-F122A01AB2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BDAA5-C639-CF1E-F5C6-CA92057B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717AAD-A5E8-4C56-9DBB-D3DFBA10E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5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19AB89D0-8562-49A8-BAFA-01679A4C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904" y="1166823"/>
            <a:ext cx="9593446" cy="4754188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chemeClr val="bg1"/>
                </a:solidFill>
                <a:latin typeface="Aptos Display"/>
              </a:rPr>
              <a:t>PROBLEM RESOULTION MANAGEMENT</a:t>
            </a:r>
            <a:br>
              <a:rPr lang="en-US" sz="6000" dirty="0">
                <a:solidFill>
                  <a:schemeClr val="bg1"/>
                </a:solidFill>
                <a:latin typeface="Aptos Display"/>
              </a:rPr>
            </a:br>
            <a:br>
              <a:rPr lang="en-US" sz="6000" dirty="0">
                <a:latin typeface="Aptos Display"/>
              </a:rPr>
            </a:br>
            <a:br>
              <a:rPr lang="en-US" sz="6000" dirty="0">
                <a:latin typeface="Aptos Display"/>
              </a:rPr>
            </a:br>
            <a:r>
              <a:rPr lang="en-US" dirty="0">
                <a:solidFill>
                  <a:schemeClr val="bg2"/>
                </a:solidFill>
                <a:latin typeface="Aptos Display"/>
              </a:rPr>
              <a:t>Author:</a:t>
            </a:r>
            <a:br>
              <a:rPr lang="en-US" dirty="0">
                <a:latin typeface="Aptos Display"/>
              </a:rPr>
            </a:br>
            <a:r>
              <a:rPr lang="en-US" dirty="0">
                <a:solidFill>
                  <a:schemeClr val="bg2"/>
                </a:solidFill>
                <a:latin typeface="Aptos Display"/>
              </a:rPr>
              <a:t>Janvi </a:t>
            </a:r>
            <a:r>
              <a:rPr lang="en-US" err="1">
                <a:solidFill>
                  <a:schemeClr val="bg2"/>
                </a:solidFill>
                <a:latin typeface="Aptos Display"/>
              </a:rPr>
              <a:t>Chawda</a:t>
            </a:r>
            <a:br>
              <a:rPr lang="en-US" dirty="0">
                <a:latin typeface="Aptos Display"/>
              </a:rPr>
            </a:br>
            <a:r>
              <a:rPr lang="en-US" dirty="0">
                <a:solidFill>
                  <a:schemeClr val="bg2"/>
                </a:solidFill>
                <a:latin typeface="Aptos Display"/>
              </a:rPr>
              <a:t>Quality Engineer</a:t>
            </a:r>
            <a:br>
              <a:rPr lang="en-US" dirty="0">
                <a:latin typeface="Aptos Display"/>
              </a:rPr>
            </a:br>
            <a:br>
              <a:rPr lang="en-US" sz="6000" dirty="0">
                <a:latin typeface="Aptos Display"/>
              </a:rPr>
            </a:br>
            <a:br>
              <a:rPr lang="en-US" sz="6000" dirty="0">
                <a:latin typeface="Aptos Display"/>
              </a:rPr>
            </a:br>
            <a:br>
              <a:rPr lang="en-US" sz="6000" dirty="0">
                <a:latin typeface="Aptos Display"/>
              </a:rPr>
            </a:br>
            <a:br>
              <a:rPr lang="en-US" sz="6000" dirty="0">
                <a:latin typeface="Aptos Display"/>
              </a:rPr>
            </a:br>
            <a:br>
              <a:rPr lang="en-US" dirty="0"/>
            </a:br>
            <a:br>
              <a:rPr lang="en-US" dirty="0"/>
            </a:br>
            <a:endParaRPr lang="en-US" sz="6000" dirty="0">
              <a:solidFill>
                <a:schemeClr val="bg2"/>
              </a:solidFill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A3AEC1-F1C4-F414-D9F9-E9956C9B9ADE}"/>
              </a:ext>
            </a:extLst>
          </p:cNvPr>
          <p:cNvSpPr txBox="1"/>
          <p:nvPr/>
        </p:nvSpPr>
        <p:spPr>
          <a:xfrm>
            <a:off x="3333750" y="63780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9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Confidential ©2024 IAST Software Solutions Pvt. Ltd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​</a:t>
            </a: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40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CBDD-A4FD-A19E-FE8C-8657F1D83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chemeClr val="accent2"/>
                </a:solidFill>
              </a:rPr>
              <a:t>ISSUE MANAGEMENT</a:t>
            </a:r>
            <a:endParaRPr lang="en-US" b="1" u="sng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736B9-0542-CC4A-3C19-DEF4DAE7C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When a defect is reported by a "Customer", the ASPICE-compliant process ensures systematic handling through structured steps: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dirty="0">
                <a:ea typeface="+mn-lt"/>
                <a:cs typeface="+mn-lt"/>
              </a:rPr>
              <a:t>   Logging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dirty="0">
                <a:ea typeface="+mn-lt"/>
                <a:cs typeface="+mn-lt"/>
              </a:rPr>
              <a:t>   Analyzing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dirty="0">
                <a:ea typeface="+mn-lt"/>
                <a:cs typeface="+mn-lt"/>
              </a:rPr>
              <a:t>   Fixing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dirty="0">
                <a:ea typeface="+mn-lt"/>
                <a:cs typeface="+mn-lt"/>
              </a:rPr>
              <a:t>   Verifying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 workflow aligns with ASPICE processes like </a:t>
            </a:r>
            <a:r>
              <a:rPr lang="en-US" b="1" dirty="0">
                <a:ea typeface="+mn-lt"/>
                <a:cs typeface="+mn-lt"/>
              </a:rPr>
              <a:t>Problem Resolution Management (SUP.9)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Configuration Management (SUP.8)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180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92837-9331-57D0-7211-F803F4E44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1" y="310697"/>
            <a:ext cx="11531598" cy="629262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ctr">
              <a:buNone/>
            </a:pPr>
            <a:r>
              <a:rPr lang="en-US" sz="4800" b="1" u="sng" dirty="0">
                <a:solidFill>
                  <a:schemeClr val="accent2"/>
                </a:solidFill>
              </a:rPr>
              <a:t>PROCESS STEPS</a:t>
            </a:r>
            <a:endParaRPr lang="en-US" sz="4800" dirty="0">
              <a:solidFill>
                <a:schemeClr val="accent2"/>
              </a:solidFill>
            </a:endParaRPr>
          </a:p>
          <a:p>
            <a:r>
              <a:rPr lang="en-US" b="1" dirty="0">
                <a:ea typeface="+mn-lt"/>
                <a:cs typeface="+mn-lt"/>
              </a:rPr>
              <a:t>Customer Defect Report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Record the defect in a tracking system.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Acknowledge receipt to the customer.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Analyze the Defect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Perform </a:t>
            </a:r>
            <a:r>
              <a:rPr lang="en-US" b="1" dirty="0">
                <a:ea typeface="+mn-lt"/>
                <a:cs typeface="+mn-lt"/>
              </a:rPr>
              <a:t>Root Cause Analysis (RCA)</a:t>
            </a:r>
            <a:r>
              <a:rPr lang="en-US" dirty="0">
                <a:ea typeface="+mn-lt"/>
                <a:cs typeface="+mn-lt"/>
              </a:rPr>
              <a:t> to identify the source (e.g., requirements, design, or implementation).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Evaluate Impact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Assess the defect's severity and impact on the system or software.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Plan Resolution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Assign responsibilities.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Prioritize the defect based on its impact.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Implement Fix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Develop, test, and integrate the resolution in the appropriate system.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Verification and Validation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Ensure the fix meets customer requirements and does not introduce new issues.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Deliver Update to Customer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Provide the resolved version or patch to the customer.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Include relevant documentation.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Close the Defect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Update the defect status in the tracking system.</a:t>
            </a:r>
            <a:endParaRPr lang="en-US" dirty="0"/>
          </a:p>
          <a:p>
            <a:pPr marL="10287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Collect customer confirmation of resolution.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088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A6F79-E754-EA38-DC72-8DA526AB6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292554"/>
            <a:ext cx="11667671" cy="636519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u="sng" dirty="0">
                <a:solidFill>
                  <a:schemeClr val="accent2"/>
                </a:solidFill>
                <a:ea typeface="+mn-lt"/>
                <a:cs typeface="+mn-lt"/>
              </a:rPr>
              <a:t>FLOW CHART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  <a:ea typeface="+mn-lt"/>
                <a:cs typeface="+mn-lt"/>
              </a:rPr>
              <a:t>START</a:t>
            </a:r>
            <a:endParaRPr lang="en-US" sz="2000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  ↓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Receive Defect Report ➜ Log Defect in System ➜ Notify Customer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  ↓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Analyze Defect ➜ Root Cause Identified? ➜ </a:t>
            </a:r>
            <a:r>
              <a:rPr lang="en-US" sz="2000" b="1" dirty="0">
                <a:solidFill>
                  <a:srgbClr val="FF0000"/>
                </a:solidFill>
                <a:ea typeface="+mn-lt"/>
                <a:cs typeface="+mn-lt"/>
              </a:rPr>
              <a:t>NO</a:t>
            </a:r>
            <a:r>
              <a:rPr lang="en-US" sz="2000" dirty="0">
                <a:ea typeface="+mn-lt"/>
                <a:cs typeface="+mn-lt"/>
              </a:rPr>
              <a:t> ➜ Request More Information ➜ RETURN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  </a:t>
            </a:r>
            <a:r>
              <a:rPr lang="en-US" sz="2000" b="1" dirty="0">
                <a:solidFill>
                  <a:schemeClr val="accent4">
                    <a:lumMod val="76000"/>
                  </a:schemeClr>
                </a:solidFill>
                <a:ea typeface="+mn-lt"/>
                <a:cs typeface="+mn-lt"/>
              </a:rPr>
              <a:t>↓ YES</a:t>
            </a:r>
            <a:endParaRPr lang="en-US" sz="2000" b="1" dirty="0">
              <a:solidFill>
                <a:schemeClr val="accent4">
                  <a:lumMod val="76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Evaluate Impact ➜ High Impact? ➜ </a:t>
            </a:r>
            <a:r>
              <a:rPr lang="en-US" sz="2000" b="1" dirty="0">
                <a:solidFill>
                  <a:schemeClr val="accent4">
                    <a:lumMod val="76000"/>
                  </a:schemeClr>
                </a:solidFill>
                <a:ea typeface="+mn-lt"/>
                <a:cs typeface="+mn-lt"/>
              </a:rPr>
              <a:t>YES</a:t>
            </a:r>
            <a:r>
              <a:rPr lang="en-US" sz="2000" dirty="0">
                <a:ea typeface="+mn-lt"/>
                <a:cs typeface="+mn-lt"/>
              </a:rPr>
              <a:t> ➜ Prioritize Resolution ➜ RETURN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  </a:t>
            </a:r>
            <a:r>
              <a:rPr lang="en-US" sz="2000" b="1" dirty="0">
                <a:solidFill>
                  <a:srgbClr val="FF0000"/>
                </a:solidFill>
                <a:ea typeface="+mn-lt"/>
                <a:cs typeface="+mn-lt"/>
              </a:rPr>
              <a:t>↓ NO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Plan &amp; Implement Fix ➜ Verification Successful? ➜</a:t>
            </a:r>
            <a:r>
              <a:rPr lang="en-US" sz="2000" b="1" dirty="0">
                <a:solidFill>
                  <a:srgbClr val="FF0000"/>
                </a:solidFill>
                <a:ea typeface="+mn-lt"/>
                <a:cs typeface="+mn-lt"/>
              </a:rPr>
              <a:t> NO</a:t>
            </a:r>
            <a:r>
              <a:rPr lang="en-US" sz="2000" dirty="0">
                <a:ea typeface="+mn-lt"/>
                <a:cs typeface="+mn-lt"/>
              </a:rPr>
              <a:t> ➜ Rework Fix ➜ RETURN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  </a:t>
            </a:r>
            <a:r>
              <a:rPr lang="en-US" sz="2000" b="1" dirty="0">
                <a:solidFill>
                  <a:schemeClr val="accent4">
                    <a:lumMod val="76000"/>
                  </a:schemeClr>
                </a:solidFill>
                <a:ea typeface="+mn-lt"/>
                <a:cs typeface="+mn-lt"/>
              </a:rPr>
              <a:t>↓ YES</a:t>
            </a:r>
            <a:endParaRPr lang="en-US" sz="2000" b="1" dirty="0">
              <a:solidFill>
                <a:schemeClr val="accent4">
                  <a:lumMod val="76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Deliver Fix to Customer ➜ Customer Satisfied? ➜ </a:t>
            </a:r>
            <a:r>
              <a:rPr lang="en-US" sz="2000" b="1" dirty="0">
                <a:solidFill>
                  <a:srgbClr val="FF0000"/>
                </a:solidFill>
                <a:ea typeface="+mn-lt"/>
                <a:cs typeface="+mn-lt"/>
              </a:rPr>
              <a:t>NO </a:t>
            </a:r>
            <a:r>
              <a:rPr lang="en-US" sz="2000" dirty="0">
                <a:ea typeface="+mn-lt"/>
                <a:cs typeface="+mn-lt"/>
              </a:rPr>
              <a:t>➜ Reassess Fix ➜ RETURN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  </a:t>
            </a:r>
            <a:r>
              <a:rPr lang="en-US" sz="2000" b="1" dirty="0">
                <a:solidFill>
                  <a:schemeClr val="accent4">
                    <a:lumMod val="76000"/>
                  </a:schemeClr>
                </a:solidFill>
                <a:ea typeface="+mn-lt"/>
                <a:cs typeface="+mn-lt"/>
              </a:rPr>
              <a:t>↓ YES</a:t>
            </a:r>
            <a:endParaRPr lang="en-US" sz="2000" b="1" dirty="0">
              <a:solidFill>
                <a:schemeClr val="accent4">
                  <a:lumMod val="76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Close Defect in System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  ↓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C000"/>
                </a:solidFill>
                <a:ea typeface="+mn-lt"/>
                <a:cs typeface="+mn-lt"/>
              </a:rPr>
              <a:t>END</a:t>
            </a:r>
            <a:endParaRPr lang="en-US" sz="2000" b="1" dirty="0">
              <a:solidFill>
                <a:srgbClr val="FFC000"/>
              </a:solidFill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2619312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21</Words>
  <Application>Microsoft Office PowerPoint</Application>
  <PresentationFormat>Widescreen</PresentationFormat>
  <Paragraphs>5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Gallery</vt:lpstr>
      <vt:lpstr>Office Theme</vt:lpstr>
      <vt:lpstr>PROBLEM RESOULTION MANAGEMENT   Author: Janvi Chawda Quality Engineer       </vt:lpstr>
      <vt:lpstr>ISSUE MANAGEMENT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 Engineering Author Harish Sahu System Engineer</dc:title>
  <dc:creator>Harish Sahu</dc:creator>
  <cp:lastModifiedBy>Suyash Vairagade</cp:lastModifiedBy>
  <cp:revision>125</cp:revision>
  <dcterms:created xsi:type="dcterms:W3CDTF">2024-04-02T06:44:45Z</dcterms:created>
  <dcterms:modified xsi:type="dcterms:W3CDTF">2024-12-10T06:12:15Z</dcterms:modified>
</cp:coreProperties>
</file>