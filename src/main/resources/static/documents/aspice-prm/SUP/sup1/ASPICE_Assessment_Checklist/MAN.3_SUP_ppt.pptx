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454EF5-6C79-4F64-96A8-01E3EFD1622B}" v="149" dt="2024-01-17T12:49:01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vi  Sahu" userId="eaed1e12-bc06-4498-b0b0-397df4cad69b" providerId="ADAL" clId="{AE454EF5-6C79-4F64-96A8-01E3EFD1622B}"/>
    <pc:docChg chg="undo custSel addSld delSld modSld">
      <pc:chgData name="Purvi  Sahu" userId="eaed1e12-bc06-4498-b0b0-397df4cad69b" providerId="ADAL" clId="{AE454EF5-6C79-4F64-96A8-01E3EFD1622B}" dt="2024-01-17T12:49:15.856" v="423" actId="1076"/>
      <pc:docMkLst>
        <pc:docMk/>
      </pc:docMkLst>
      <pc:sldChg chg="del">
        <pc:chgData name="Purvi  Sahu" userId="eaed1e12-bc06-4498-b0b0-397df4cad69b" providerId="ADAL" clId="{AE454EF5-6C79-4F64-96A8-01E3EFD1622B}" dt="2024-01-17T12:14:35.406" v="27" actId="47"/>
        <pc:sldMkLst>
          <pc:docMk/>
          <pc:sldMk cId="3244127673" sldId="256"/>
        </pc:sldMkLst>
      </pc:sldChg>
      <pc:sldChg chg="addSp delSp modSp mod setBg">
        <pc:chgData name="Purvi  Sahu" userId="eaed1e12-bc06-4498-b0b0-397df4cad69b" providerId="ADAL" clId="{AE454EF5-6C79-4F64-96A8-01E3EFD1622B}" dt="2024-01-17T12:14:05.706" v="24" actId="207"/>
        <pc:sldMkLst>
          <pc:docMk/>
          <pc:sldMk cId="2208694464" sldId="257"/>
        </pc:sldMkLst>
        <pc:spChg chg="mod">
          <ac:chgData name="Purvi  Sahu" userId="eaed1e12-bc06-4498-b0b0-397df4cad69b" providerId="ADAL" clId="{AE454EF5-6C79-4F64-96A8-01E3EFD1622B}" dt="2024-01-17T12:14:05.706" v="24" actId="207"/>
          <ac:spMkLst>
            <pc:docMk/>
            <pc:sldMk cId="2208694464" sldId="257"/>
            <ac:spMk id="2" creationId="{8456FB62-D77C-C4B0-BCC9-3E95D35B775A}"/>
          </ac:spMkLst>
        </pc:spChg>
        <pc:spChg chg="mod">
          <ac:chgData name="Purvi  Sahu" userId="eaed1e12-bc06-4498-b0b0-397df4cad69b" providerId="ADAL" clId="{AE454EF5-6C79-4F64-96A8-01E3EFD1622B}" dt="2024-01-17T12:11:45.410" v="9" actId="207"/>
          <ac:spMkLst>
            <pc:docMk/>
            <pc:sldMk cId="2208694464" sldId="257"/>
            <ac:spMk id="4" creationId="{C77C1423-F77A-F48A-75D7-EB4E3C860203}"/>
          </ac:spMkLst>
        </pc:spChg>
        <pc:spChg chg="mod">
          <ac:chgData name="Purvi  Sahu" userId="eaed1e12-bc06-4498-b0b0-397df4cad69b" providerId="ADAL" clId="{AE454EF5-6C79-4F64-96A8-01E3EFD1622B}" dt="2024-01-17T12:11:53.802" v="12" actId="207"/>
          <ac:spMkLst>
            <pc:docMk/>
            <pc:sldMk cId="2208694464" sldId="257"/>
            <ac:spMk id="5" creationId="{4823EAA2-ACA2-48DB-5F05-FA633E3CD3C6}"/>
          </ac:spMkLst>
        </pc:spChg>
        <pc:spChg chg="mod">
          <ac:chgData name="Purvi  Sahu" userId="eaed1e12-bc06-4498-b0b0-397df4cad69b" providerId="ADAL" clId="{AE454EF5-6C79-4F64-96A8-01E3EFD1622B}" dt="2024-01-17T12:12:04.034" v="14" actId="207"/>
          <ac:spMkLst>
            <pc:docMk/>
            <pc:sldMk cId="2208694464" sldId="257"/>
            <ac:spMk id="6" creationId="{DD849D9A-8E13-75E4-CFD1-E761BC7DF5E0}"/>
          </ac:spMkLst>
        </pc:spChg>
        <pc:spChg chg="mod">
          <ac:chgData name="Purvi  Sahu" userId="eaed1e12-bc06-4498-b0b0-397df4cad69b" providerId="ADAL" clId="{AE454EF5-6C79-4F64-96A8-01E3EFD1622B}" dt="2024-01-17T12:11:58.694" v="13" actId="207"/>
          <ac:spMkLst>
            <pc:docMk/>
            <pc:sldMk cId="2208694464" sldId="257"/>
            <ac:spMk id="7" creationId="{43E7A50B-5E41-FBC0-A54B-4161D6FFF63F}"/>
          </ac:spMkLst>
        </pc:spChg>
        <pc:spChg chg="mod">
          <ac:chgData name="Purvi  Sahu" userId="eaed1e12-bc06-4498-b0b0-397df4cad69b" providerId="ADAL" clId="{AE454EF5-6C79-4F64-96A8-01E3EFD1622B}" dt="2024-01-17T12:12:07.792" v="15" actId="207"/>
          <ac:spMkLst>
            <pc:docMk/>
            <pc:sldMk cId="2208694464" sldId="257"/>
            <ac:spMk id="8" creationId="{450BB90C-B491-6C93-3557-F24045962E35}"/>
          </ac:spMkLst>
        </pc:spChg>
        <pc:spChg chg="mod">
          <ac:chgData name="Purvi  Sahu" userId="eaed1e12-bc06-4498-b0b0-397df4cad69b" providerId="ADAL" clId="{AE454EF5-6C79-4F64-96A8-01E3EFD1622B}" dt="2024-01-17T12:11:10.410" v="5" actId="26606"/>
          <ac:spMkLst>
            <pc:docMk/>
            <pc:sldMk cId="2208694464" sldId="257"/>
            <ac:spMk id="9" creationId="{452C4A03-ABC0-2DFB-77EC-46A38E83CBA5}"/>
          </ac:spMkLst>
        </pc:spChg>
        <pc:spChg chg="add del">
          <ac:chgData name="Purvi  Sahu" userId="eaed1e12-bc06-4498-b0b0-397df4cad69b" providerId="ADAL" clId="{AE454EF5-6C79-4F64-96A8-01E3EFD1622B}" dt="2024-01-17T12:11:10.393" v="4" actId="26606"/>
          <ac:spMkLst>
            <pc:docMk/>
            <pc:sldMk cId="2208694464" sldId="257"/>
            <ac:spMk id="14" creationId="{BACC6370-2D7E-4714-9D71-7542949D7D5D}"/>
          </ac:spMkLst>
        </pc:spChg>
        <pc:spChg chg="add del">
          <ac:chgData name="Purvi  Sahu" userId="eaed1e12-bc06-4498-b0b0-397df4cad69b" providerId="ADAL" clId="{AE454EF5-6C79-4F64-96A8-01E3EFD1622B}" dt="2024-01-17T12:11:10.393" v="4" actId="26606"/>
          <ac:spMkLst>
            <pc:docMk/>
            <pc:sldMk cId="2208694464" sldId="257"/>
            <ac:spMk id="16" creationId="{F68B3F68-107C-434F-AA38-110D5EA91B85}"/>
          </ac:spMkLst>
        </pc:spChg>
        <pc:spChg chg="add del">
          <ac:chgData name="Purvi  Sahu" userId="eaed1e12-bc06-4498-b0b0-397df4cad69b" providerId="ADAL" clId="{AE454EF5-6C79-4F64-96A8-01E3EFD1622B}" dt="2024-01-17T12:11:10.393" v="4" actId="26606"/>
          <ac:spMkLst>
            <pc:docMk/>
            <pc:sldMk cId="2208694464" sldId="257"/>
            <ac:spMk id="18" creationId="{AAD0DBB9-1A4B-4391-81D4-CB19F9AB918A}"/>
          </ac:spMkLst>
        </pc:spChg>
        <pc:spChg chg="add del">
          <ac:chgData name="Purvi  Sahu" userId="eaed1e12-bc06-4498-b0b0-397df4cad69b" providerId="ADAL" clId="{AE454EF5-6C79-4F64-96A8-01E3EFD1622B}" dt="2024-01-17T12:11:10.393" v="4" actId="26606"/>
          <ac:spMkLst>
            <pc:docMk/>
            <pc:sldMk cId="2208694464" sldId="257"/>
            <ac:spMk id="20" creationId="{063BBA22-50EA-4C4D-BE05-F1CE4E63AA56}"/>
          </ac:spMkLst>
        </pc:spChg>
        <pc:spChg chg="add">
          <ac:chgData name="Purvi  Sahu" userId="eaed1e12-bc06-4498-b0b0-397df4cad69b" providerId="ADAL" clId="{AE454EF5-6C79-4F64-96A8-01E3EFD1622B}" dt="2024-01-17T12:11:10.410" v="5" actId="26606"/>
          <ac:spMkLst>
            <pc:docMk/>
            <pc:sldMk cId="2208694464" sldId="257"/>
            <ac:spMk id="22" creationId="{53B021B3-DE93-4AB7-8A18-CF5F1CED88B8}"/>
          </ac:spMkLst>
        </pc:spChg>
        <pc:spChg chg="add">
          <ac:chgData name="Purvi  Sahu" userId="eaed1e12-bc06-4498-b0b0-397df4cad69b" providerId="ADAL" clId="{AE454EF5-6C79-4F64-96A8-01E3EFD1622B}" dt="2024-01-17T12:11:10.410" v="5" actId="26606"/>
          <ac:spMkLst>
            <pc:docMk/>
            <pc:sldMk cId="2208694464" sldId="257"/>
            <ac:spMk id="23" creationId="{52D502E5-F6B4-4D58-B4AE-FC466FF15EE8}"/>
          </ac:spMkLst>
        </pc:spChg>
        <pc:spChg chg="add">
          <ac:chgData name="Purvi  Sahu" userId="eaed1e12-bc06-4498-b0b0-397df4cad69b" providerId="ADAL" clId="{AE454EF5-6C79-4F64-96A8-01E3EFD1622B}" dt="2024-01-17T12:11:10.410" v="5" actId="26606"/>
          <ac:spMkLst>
            <pc:docMk/>
            <pc:sldMk cId="2208694464" sldId="257"/>
            <ac:spMk id="24" creationId="{9DECDBF4-02B6-4BB4-B65B-B8107AD6A9E8}"/>
          </ac:spMkLst>
        </pc:spChg>
      </pc:sldChg>
      <pc:sldChg chg="addSp delSp modSp mod setBg">
        <pc:chgData name="Purvi  Sahu" userId="eaed1e12-bc06-4498-b0b0-397df4cad69b" providerId="ADAL" clId="{AE454EF5-6C79-4F64-96A8-01E3EFD1622B}" dt="2024-01-17T12:49:15.856" v="423" actId="1076"/>
        <pc:sldMkLst>
          <pc:docMk/>
          <pc:sldMk cId="351396960" sldId="258"/>
        </pc:sldMkLst>
        <pc:spChg chg="mod">
          <ac:chgData name="Purvi  Sahu" userId="eaed1e12-bc06-4498-b0b0-397df4cad69b" providerId="ADAL" clId="{AE454EF5-6C79-4F64-96A8-01E3EFD1622B}" dt="2024-01-17T12:14:11.641" v="25" actId="207"/>
          <ac:spMkLst>
            <pc:docMk/>
            <pc:sldMk cId="351396960" sldId="258"/>
            <ac:spMk id="2" creationId="{2C42BBAA-5201-F3C0-B3D5-F00AFA7660AD}"/>
          </ac:spMkLst>
        </pc:spChg>
        <pc:spChg chg="add del mod">
          <ac:chgData name="Purvi  Sahu" userId="eaed1e12-bc06-4498-b0b0-397df4cad69b" providerId="ADAL" clId="{AE454EF5-6C79-4F64-96A8-01E3EFD1622B}" dt="2024-01-17T12:11:34.070" v="8" actId="26606"/>
          <ac:spMkLst>
            <pc:docMk/>
            <pc:sldMk cId="351396960" sldId="258"/>
            <ac:spMk id="3" creationId="{3D6463B5-7EF1-C1DF-15B0-57575A65C010}"/>
          </ac:spMkLst>
        </pc:spChg>
        <pc:spChg chg="add del">
          <ac:chgData name="Purvi  Sahu" userId="eaed1e12-bc06-4498-b0b0-397df4cad69b" providerId="ADAL" clId="{AE454EF5-6C79-4F64-96A8-01E3EFD1622B}" dt="2024-01-17T12:11:34.046" v="7" actId="26606"/>
          <ac:spMkLst>
            <pc:docMk/>
            <pc:sldMk cId="351396960" sldId="258"/>
            <ac:spMk id="9" creationId="{2E442304-DDBD-4F7B-8017-36BCC863FB40}"/>
          </ac:spMkLst>
        </pc:spChg>
        <pc:spChg chg="add del">
          <ac:chgData name="Purvi  Sahu" userId="eaed1e12-bc06-4498-b0b0-397df4cad69b" providerId="ADAL" clId="{AE454EF5-6C79-4F64-96A8-01E3EFD1622B}" dt="2024-01-17T12:11:34.046" v="7" actId="26606"/>
          <ac:spMkLst>
            <pc:docMk/>
            <pc:sldMk cId="351396960" sldId="258"/>
            <ac:spMk id="11" creationId="{5E107275-3853-46FD-A241-DE4355A42675}"/>
          </ac:spMkLst>
        </pc:spChg>
        <pc:spChg chg="add">
          <ac:chgData name="Purvi  Sahu" userId="eaed1e12-bc06-4498-b0b0-397df4cad69b" providerId="ADAL" clId="{AE454EF5-6C79-4F64-96A8-01E3EFD1622B}" dt="2024-01-17T12:13:44.534" v="22" actId="26606"/>
          <ac:spMkLst>
            <pc:docMk/>
            <pc:sldMk cId="351396960" sldId="258"/>
            <ac:spMk id="18" creationId="{955A2079-FA98-4876-80F0-72364A7D2EA4}"/>
          </ac:spMkLst>
        </pc:spChg>
        <pc:graphicFrameChg chg="add del">
          <ac:chgData name="Purvi  Sahu" userId="eaed1e12-bc06-4498-b0b0-397df4cad69b" providerId="ADAL" clId="{AE454EF5-6C79-4F64-96A8-01E3EFD1622B}" dt="2024-01-17T12:11:34.046" v="7" actId="26606"/>
          <ac:graphicFrameMkLst>
            <pc:docMk/>
            <pc:sldMk cId="351396960" sldId="258"/>
            <ac:graphicFrameMk id="5" creationId="{B9FD2FAC-C732-EF58-0634-DA1AC0720B30}"/>
          </ac:graphicFrameMkLst>
        </pc:graphicFrameChg>
        <pc:graphicFrameChg chg="add mod modGraphic">
          <ac:chgData name="Purvi  Sahu" userId="eaed1e12-bc06-4498-b0b0-397df4cad69b" providerId="ADAL" clId="{AE454EF5-6C79-4F64-96A8-01E3EFD1622B}" dt="2024-01-17T12:49:15.856" v="423" actId="1076"/>
          <ac:graphicFrameMkLst>
            <pc:docMk/>
            <pc:sldMk cId="351396960" sldId="258"/>
            <ac:graphicFrameMk id="13" creationId="{5659A32B-2465-F1C8-8CB7-FD40CEA3D5C7}"/>
          </ac:graphicFrameMkLst>
        </pc:graphicFrameChg>
      </pc:sldChg>
      <pc:sldChg chg="modSp add mod">
        <pc:chgData name="Purvi  Sahu" userId="eaed1e12-bc06-4498-b0b0-397df4cad69b" providerId="ADAL" clId="{AE454EF5-6C79-4F64-96A8-01E3EFD1622B}" dt="2024-01-17T12:20:54.057" v="280" actId="1076"/>
        <pc:sldMkLst>
          <pc:docMk/>
          <pc:sldMk cId="4182405369" sldId="259"/>
        </pc:sldMkLst>
        <pc:spChg chg="mod">
          <ac:chgData name="Purvi  Sahu" userId="eaed1e12-bc06-4498-b0b0-397df4cad69b" providerId="ADAL" clId="{AE454EF5-6C79-4F64-96A8-01E3EFD1622B}" dt="2024-01-17T12:18:27.275" v="278" actId="1076"/>
          <ac:spMkLst>
            <pc:docMk/>
            <pc:sldMk cId="4182405369" sldId="259"/>
            <ac:spMk id="3" creationId="{DA108D9D-CD3D-0160-DECA-11D30FC3C1E7}"/>
          </ac:spMkLst>
        </pc:spChg>
        <pc:spChg chg="mod">
          <ac:chgData name="Purvi  Sahu" userId="eaed1e12-bc06-4498-b0b0-397df4cad69b" providerId="ADAL" clId="{AE454EF5-6C79-4F64-96A8-01E3EFD1622B}" dt="2024-01-17T12:20:54.057" v="280" actId="1076"/>
          <ac:spMkLst>
            <pc:docMk/>
            <pc:sldMk cId="4182405369" sldId="259"/>
            <ac:spMk id="6" creationId="{19AB89D0-8562-49A8-BAFA-01679A4CC96E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iastsoftware20.sharepoint.com/:x:/s/IASTSoftwareSolutionsPvtLtd/EXAnHsMhRsRIpBX0Yj1Mw_gBiL62k2sRt6zrYlCj3xHozw?e=QMkoTD" TargetMode="External"/><Relationship Id="rId2" Type="http://schemas.openxmlformats.org/officeDocument/2006/relationships/hyperlink" Target="https://iastsoftware20.sharepoint.com/:x:/s/IASTSoftwareSolutionsPvtLtd/EeCo2Dcy9pZGhjLXRoe9lQ4B_hccm4a63hnLRyWeq_xGSg?e=2ExKWB" TargetMode="External"/><Relationship Id="rId1" Type="http://schemas.openxmlformats.org/officeDocument/2006/relationships/hyperlink" Target="https://iastsoftware20.sharepoint.com/:x:/s/IASTSoftwareSolutionsPvtLtd/EaRHdtkxzZFGvFNLOWKIhXkBboQz0y-hyasGMPNF_j3W4Q?e=WmsoP3" TargetMode="External"/><Relationship Id="rId5" Type="http://schemas.openxmlformats.org/officeDocument/2006/relationships/hyperlink" Target="https://iastsoftware20.sharepoint.com/:f:/s/IASTSoftwareSolutionsPvtLtd/EuneDX9c7zVNtb4Mn8lLxU0B5Eh8fGpCcSGHXcqPEWhaEA?e=GTQgjN" TargetMode="External"/><Relationship Id="rId4" Type="http://schemas.openxmlformats.org/officeDocument/2006/relationships/hyperlink" Target="https://iastsoftware20.sharepoint.com/:x:/s/IASTSoftwareSolutionsPvtLtd/EQwyAblrvrhJr9AmkstxjZEBVISTKmYdz-vxgSUXaq1hmg?e=OkMl67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iastsoftware20.sharepoint.com/:x:/s/IASTSoftwareSolutionsPvtLtd/EXAnHsMhRsRIpBX0Yj1Mw_gBiL62k2sRt6zrYlCj3xHozw?e=QMkoTD" TargetMode="External"/><Relationship Id="rId2" Type="http://schemas.openxmlformats.org/officeDocument/2006/relationships/hyperlink" Target="https://iastsoftware20.sharepoint.com/:x:/s/IASTSoftwareSolutionsPvtLtd/EeCo2Dcy9pZGhjLXRoe9lQ4B_hccm4a63hnLRyWeq_xGSg?e=2ExKWB" TargetMode="External"/><Relationship Id="rId1" Type="http://schemas.openxmlformats.org/officeDocument/2006/relationships/hyperlink" Target="https://iastsoftware20.sharepoint.com/:x:/s/IASTSoftwareSolutionsPvtLtd/EaRHdtkxzZFGvFNLOWKIhXkBboQz0y-hyasGMPNF_j3W4Q?e=WmsoP3" TargetMode="External"/><Relationship Id="rId5" Type="http://schemas.openxmlformats.org/officeDocument/2006/relationships/hyperlink" Target="https://iastsoftware20.sharepoint.com/:f:/s/IASTSoftwareSolutionsPvtLtd/EuneDX9c7zVNtb4Mn8lLxU0B5Eh8fGpCcSGHXcqPEWhaEA?e=GTQgjN" TargetMode="External"/><Relationship Id="rId4" Type="http://schemas.openxmlformats.org/officeDocument/2006/relationships/hyperlink" Target="https://iastsoftware20.sharepoint.com/:x:/s/IASTSoftwareSolutionsPvtLtd/EQwyAblrvrhJr9AmkstxjZEBVISTKmYdz-vxgSUXaq1hmg?e=OkMl67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930A07-69B6-4B8C-A539-3D5D747DEF4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7AA5EE2-48EE-48FB-9095-A7E796755BB1}">
      <dgm:prSet custT="1"/>
      <dgm:spPr/>
      <dgm:t>
        <a:bodyPr/>
        <a:lstStyle/>
        <a:p>
          <a:r>
            <a:rPr lang="en-US" sz="2800" dirty="0">
              <a:latin typeface="Calibri" panose="020F0502020204030204" pitchFamily="34" charset="0"/>
              <a:cs typeface="Calibri" panose="020F0502020204030204" pitchFamily="34" charset="0"/>
            </a:rPr>
            <a:t>Project Management Checklist: </a:t>
          </a:r>
          <a:r>
            <a:rPr lang="en-US" sz="2800" dirty="0">
              <a:latin typeface="Calibri" panose="020F0502020204030204" pitchFamily="34" charset="0"/>
              <a:cs typeface="Calibri" panose="020F0502020204030204" pitchFamily="34" charset="0"/>
              <a:hlinkClick xmlns:r="http://schemas.openxmlformats.org/officeDocument/2006/relationships" r:id="rId1"/>
            </a:rPr>
            <a:t>MAN.3_Quality_Assessment.xlsx</a:t>
          </a:r>
          <a:endParaRPr lang="en-US" sz="2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D269CAF-4AEA-42B6-B155-8C67EAB78F60}" type="parTrans" cxnId="{D19FC46C-85AC-4CF9-996A-4F0BF201EDED}">
      <dgm:prSet/>
      <dgm:spPr/>
      <dgm:t>
        <a:bodyPr/>
        <a:lstStyle/>
        <a:p>
          <a:endParaRPr lang="en-US"/>
        </a:p>
      </dgm:t>
    </dgm:pt>
    <dgm:pt modelId="{3EF01AE8-B6CB-48C5-BC85-C6E2500370AA}" type="sibTrans" cxnId="{D19FC46C-85AC-4CF9-996A-4F0BF201EDED}">
      <dgm:prSet/>
      <dgm:spPr/>
      <dgm:t>
        <a:bodyPr/>
        <a:lstStyle/>
        <a:p>
          <a:endParaRPr lang="en-US"/>
        </a:p>
      </dgm:t>
    </dgm:pt>
    <dgm:pt modelId="{9A081239-6E90-4A05-B035-C8ACA73CAABD}">
      <dgm:prSet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Configuration Management Checklist: 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SUP.8_Quality_Assessment.xlsx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 </a:t>
          </a:r>
        </a:p>
      </dgm:t>
    </dgm:pt>
    <dgm:pt modelId="{C581EB54-5F18-487E-AF3A-68F2419FDC99}" type="parTrans" cxnId="{BB863307-904E-4926-A8A5-8AB201C79D2A}">
      <dgm:prSet/>
      <dgm:spPr/>
      <dgm:t>
        <a:bodyPr/>
        <a:lstStyle/>
        <a:p>
          <a:endParaRPr lang="en-US"/>
        </a:p>
      </dgm:t>
    </dgm:pt>
    <dgm:pt modelId="{B8A4CC00-3DC0-4B0A-8928-0F56B1855696}" type="sibTrans" cxnId="{BB863307-904E-4926-A8A5-8AB201C79D2A}">
      <dgm:prSet/>
      <dgm:spPr/>
      <dgm:t>
        <a:bodyPr/>
        <a:lstStyle/>
        <a:p>
          <a:endParaRPr lang="en-US"/>
        </a:p>
      </dgm:t>
    </dgm:pt>
    <dgm:pt modelId="{256853F2-D51D-45D9-A4DC-63657A34C91E}">
      <dgm:prSet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Problem Resolution Management Checklist: 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SUP.9_Quality_Assessment.xlsx</a:t>
          </a:r>
          <a:endParaRPr lang="en-US" sz="2800" kern="1200" dirty="0">
            <a:solidFill>
              <a:schemeClr val="accent1"/>
            </a:solidFill>
            <a:latin typeface="Calibri" panose="020F0502020204030204" pitchFamily="34" charset="0"/>
            <a:ea typeface="+mn-ea"/>
            <a:cs typeface="Calibri" panose="020F0502020204030204" pitchFamily="34" charset="0"/>
          </a:endParaRPr>
        </a:p>
      </dgm:t>
    </dgm:pt>
    <dgm:pt modelId="{AC8E2592-79D7-48A4-B57C-9E26F1A7A498}" type="parTrans" cxnId="{6C18E2E3-5E28-411F-A782-DC6FBB96D9AD}">
      <dgm:prSet/>
      <dgm:spPr/>
      <dgm:t>
        <a:bodyPr/>
        <a:lstStyle/>
        <a:p>
          <a:endParaRPr lang="en-US"/>
        </a:p>
      </dgm:t>
    </dgm:pt>
    <dgm:pt modelId="{26C77CF0-CBFA-4936-BAE7-694E67DB9E09}" type="sibTrans" cxnId="{6C18E2E3-5E28-411F-A782-DC6FBB96D9AD}">
      <dgm:prSet/>
      <dgm:spPr/>
      <dgm:t>
        <a:bodyPr/>
        <a:lstStyle/>
        <a:p>
          <a:endParaRPr lang="en-US"/>
        </a:p>
      </dgm:t>
    </dgm:pt>
    <dgm:pt modelId="{85AC49F9-53F6-478C-863A-DA792562385F}">
      <dgm:prSet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Change Request Management Checklist: 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SUP.10_Quality_Assessment.xlsx</a:t>
          </a:r>
          <a:endParaRPr lang="en-US" sz="2800" kern="1200" dirty="0">
            <a:solidFill>
              <a:schemeClr val="accent1"/>
            </a:solidFill>
            <a:latin typeface="Calibri" panose="020F0502020204030204" pitchFamily="34" charset="0"/>
            <a:ea typeface="+mn-ea"/>
            <a:cs typeface="Calibri" panose="020F0502020204030204" pitchFamily="34" charset="0"/>
          </a:endParaRPr>
        </a:p>
      </dgm:t>
    </dgm:pt>
    <dgm:pt modelId="{DCCD1C49-7C27-4EEB-948F-36AD61CD7C86}" type="parTrans" cxnId="{B6506E4C-519D-4F45-8B90-077800276C72}">
      <dgm:prSet/>
      <dgm:spPr/>
      <dgm:t>
        <a:bodyPr/>
        <a:lstStyle/>
        <a:p>
          <a:endParaRPr lang="en-US"/>
        </a:p>
      </dgm:t>
    </dgm:pt>
    <dgm:pt modelId="{956C63AF-1ADF-48F5-8589-82B0A9489529}" type="sibTrans" cxnId="{B6506E4C-519D-4F45-8B90-077800276C72}">
      <dgm:prSet/>
      <dgm:spPr/>
      <dgm:t>
        <a:bodyPr/>
        <a:lstStyle/>
        <a:p>
          <a:endParaRPr lang="en-US"/>
        </a:p>
      </dgm:t>
    </dgm:pt>
    <dgm:pt modelId="{41DF3FC4-E0A3-402D-A069-87B35B8665A7}">
      <dgm:prSet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Generic Practices (L2) Checklist: 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GP Checklist</a:t>
          </a:r>
          <a:endParaRPr lang="en-US" sz="2800" kern="1200" dirty="0">
            <a:solidFill>
              <a:schemeClr val="accent1"/>
            </a:solidFill>
            <a:latin typeface="Calibri" panose="020F0502020204030204" pitchFamily="34" charset="0"/>
            <a:ea typeface="+mn-ea"/>
            <a:cs typeface="Calibri" panose="020F0502020204030204" pitchFamily="34" charset="0"/>
          </a:endParaRPr>
        </a:p>
      </dgm:t>
    </dgm:pt>
    <dgm:pt modelId="{11FBB17B-24BB-47D3-A16E-E68A8F471D42}" type="parTrans" cxnId="{6E5C0CF6-E1BF-4086-A945-88D9C5EE9593}">
      <dgm:prSet/>
      <dgm:spPr/>
      <dgm:t>
        <a:bodyPr/>
        <a:lstStyle/>
        <a:p>
          <a:endParaRPr lang="en-US"/>
        </a:p>
      </dgm:t>
    </dgm:pt>
    <dgm:pt modelId="{6BA15EA8-FF56-40B5-9A98-4B2FD3C49DE6}" type="sibTrans" cxnId="{6E5C0CF6-E1BF-4086-A945-88D9C5EE9593}">
      <dgm:prSet/>
      <dgm:spPr/>
      <dgm:t>
        <a:bodyPr/>
        <a:lstStyle/>
        <a:p>
          <a:endParaRPr lang="en-US"/>
        </a:p>
      </dgm:t>
    </dgm:pt>
    <dgm:pt modelId="{D7CCBBBF-379D-4661-9DF7-13F17ACC9AD6}" type="pres">
      <dgm:prSet presAssocID="{C7930A07-69B6-4B8C-A539-3D5D747DEF43}" presName="vert0" presStyleCnt="0">
        <dgm:presLayoutVars>
          <dgm:dir/>
          <dgm:animOne val="branch"/>
          <dgm:animLvl val="lvl"/>
        </dgm:presLayoutVars>
      </dgm:prSet>
      <dgm:spPr/>
    </dgm:pt>
    <dgm:pt modelId="{9393F054-6210-4040-9414-742A4E3FD5D6}" type="pres">
      <dgm:prSet presAssocID="{37AA5EE2-48EE-48FB-9095-A7E796755BB1}" presName="thickLine" presStyleLbl="alignNode1" presStyleIdx="0" presStyleCnt="5"/>
      <dgm:spPr/>
    </dgm:pt>
    <dgm:pt modelId="{BDBE00B5-6D97-4B72-A1AD-84C1A4B704DD}" type="pres">
      <dgm:prSet presAssocID="{37AA5EE2-48EE-48FB-9095-A7E796755BB1}" presName="horz1" presStyleCnt="0"/>
      <dgm:spPr/>
    </dgm:pt>
    <dgm:pt modelId="{FE530197-B05A-4F07-92B9-CF1201A23565}" type="pres">
      <dgm:prSet presAssocID="{37AA5EE2-48EE-48FB-9095-A7E796755BB1}" presName="tx1" presStyleLbl="revTx" presStyleIdx="0" presStyleCnt="5"/>
      <dgm:spPr/>
    </dgm:pt>
    <dgm:pt modelId="{645AAA9E-6DD9-431A-A778-7F37AAE36EF0}" type="pres">
      <dgm:prSet presAssocID="{37AA5EE2-48EE-48FB-9095-A7E796755BB1}" presName="vert1" presStyleCnt="0"/>
      <dgm:spPr/>
    </dgm:pt>
    <dgm:pt modelId="{AA18C8B7-0931-43F7-9E6F-A33340483AC8}" type="pres">
      <dgm:prSet presAssocID="{9A081239-6E90-4A05-B035-C8ACA73CAABD}" presName="thickLine" presStyleLbl="alignNode1" presStyleIdx="1" presStyleCnt="5"/>
      <dgm:spPr/>
    </dgm:pt>
    <dgm:pt modelId="{B01F58D8-C775-4F6E-8289-5B12163591EF}" type="pres">
      <dgm:prSet presAssocID="{9A081239-6E90-4A05-B035-C8ACA73CAABD}" presName="horz1" presStyleCnt="0"/>
      <dgm:spPr/>
    </dgm:pt>
    <dgm:pt modelId="{89B99C2A-85EE-4C8B-86D7-EA0D99583DF4}" type="pres">
      <dgm:prSet presAssocID="{9A081239-6E90-4A05-B035-C8ACA73CAABD}" presName="tx1" presStyleLbl="revTx" presStyleIdx="1" presStyleCnt="5"/>
      <dgm:spPr/>
    </dgm:pt>
    <dgm:pt modelId="{5BD3424E-E2E3-46AE-A290-8E9277B5EEAE}" type="pres">
      <dgm:prSet presAssocID="{9A081239-6E90-4A05-B035-C8ACA73CAABD}" presName="vert1" presStyleCnt="0"/>
      <dgm:spPr/>
    </dgm:pt>
    <dgm:pt modelId="{BC1115EA-FC48-46FB-BF99-464B59504F1B}" type="pres">
      <dgm:prSet presAssocID="{256853F2-D51D-45D9-A4DC-63657A34C91E}" presName="thickLine" presStyleLbl="alignNode1" presStyleIdx="2" presStyleCnt="5"/>
      <dgm:spPr/>
    </dgm:pt>
    <dgm:pt modelId="{A1E54819-5425-4731-98EB-907BE8427969}" type="pres">
      <dgm:prSet presAssocID="{256853F2-D51D-45D9-A4DC-63657A34C91E}" presName="horz1" presStyleCnt="0"/>
      <dgm:spPr/>
    </dgm:pt>
    <dgm:pt modelId="{26FC5E20-2D0F-40C4-9CE7-5C9197D26177}" type="pres">
      <dgm:prSet presAssocID="{256853F2-D51D-45D9-A4DC-63657A34C91E}" presName="tx1" presStyleLbl="revTx" presStyleIdx="2" presStyleCnt="5"/>
      <dgm:spPr/>
    </dgm:pt>
    <dgm:pt modelId="{947667D0-D44C-49D5-BF53-82BF80564F84}" type="pres">
      <dgm:prSet presAssocID="{256853F2-D51D-45D9-A4DC-63657A34C91E}" presName="vert1" presStyleCnt="0"/>
      <dgm:spPr/>
    </dgm:pt>
    <dgm:pt modelId="{A2215E04-A060-47A7-B411-58D513049D84}" type="pres">
      <dgm:prSet presAssocID="{85AC49F9-53F6-478C-863A-DA792562385F}" presName="thickLine" presStyleLbl="alignNode1" presStyleIdx="3" presStyleCnt="5"/>
      <dgm:spPr/>
    </dgm:pt>
    <dgm:pt modelId="{7C316C65-C709-42D5-97D8-ED5CF37176B2}" type="pres">
      <dgm:prSet presAssocID="{85AC49F9-53F6-478C-863A-DA792562385F}" presName="horz1" presStyleCnt="0"/>
      <dgm:spPr/>
    </dgm:pt>
    <dgm:pt modelId="{95923A26-028C-4229-A3A4-416D9F0EC29C}" type="pres">
      <dgm:prSet presAssocID="{85AC49F9-53F6-478C-863A-DA792562385F}" presName="tx1" presStyleLbl="revTx" presStyleIdx="3" presStyleCnt="5"/>
      <dgm:spPr/>
    </dgm:pt>
    <dgm:pt modelId="{656536F3-FBEE-4DE8-B85E-C7619FA3548A}" type="pres">
      <dgm:prSet presAssocID="{85AC49F9-53F6-478C-863A-DA792562385F}" presName="vert1" presStyleCnt="0"/>
      <dgm:spPr/>
    </dgm:pt>
    <dgm:pt modelId="{C9E11364-8AA9-4EA3-889B-A82D027F2782}" type="pres">
      <dgm:prSet presAssocID="{41DF3FC4-E0A3-402D-A069-87B35B8665A7}" presName="thickLine" presStyleLbl="alignNode1" presStyleIdx="4" presStyleCnt="5"/>
      <dgm:spPr/>
    </dgm:pt>
    <dgm:pt modelId="{D2407EB6-2391-4539-B333-A50BC973F91F}" type="pres">
      <dgm:prSet presAssocID="{41DF3FC4-E0A3-402D-A069-87B35B8665A7}" presName="horz1" presStyleCnt="0"/>
      <dgm:spPr/>
    </dgm:pt>
    <dgm:pt modelId="{C4A01EFB-83C5-4650-9C5A-66AC4AF4A733}" type="pres">
      <dgm:prSet presAssocID="{41DF3FC4-E0A3-402D-A069-87B35B8665A7}" presName="tx1" presStyleLbl="revTx" presStyleIdx="4" presStyleCnt="5"/>
      <dgm:spPr/>
    </dgm:pt>
    <dgm:pt modelId="{54446CB0-47E2-4C25-8B93-3DD00157DBAE}" type="pres">
      <dgm:prSet presAssocID="{41DF3FC4-E0A3-402D-A069-87B35B8665A7}" presName="vert1" presStyleCnt="0"/>
      <dgm:spPr/>
    </dgm:pt>
  </dgm:ptLst>
  <dgm:cxnLst>
    <dgm:cxn modelId="{BD925505-B357-40BC-8A04-88FE0380ED10}" type="presOf" srcId="{256853F2-D51D-45D9-A4DC-63657A34C91E}" destId="{26FC5E20-2D0F-40C4-9CE7-5C9197D26177}" srcOrd="0" destOrd="0" presId="urn:microsoft.com/office/officeart/2008/layout/LinedList"/>
    <dgm:cxn modelId="{BB863307-904E-4926-A8A5-8AB201C79D2A}" srcId="{C7930A07-69B6-4B8C-A539-3D5D747DEF43}" destId="{9A081239-6E90-4A05-B035-C8ACA73CAABD}" srcOrd="1" destOrd="0" parTransId="{C581EB54-5F18-487E-AF3A-68F2419FDC99}" sibTransId="{B8A4CC00-3DC0-4B0A-8928-0F56B1855696}"/>
    <dgm:cxn modelId="{F54DE21D-325E-4AAD-A3FD-31BDEADBA38B}" type="presOf" srcId="{41DF3FC4-E0A3-402D-A069-87B35B8665A7}" destId="{C4A01EFB-83C5-4650-9C5A-66AC4AF4A733}" srcOrd="0" destOrd="0" presId="urn:microsoft.com/office/officeart/2008/layout/LinedList"/>
    <dgm:cxn modelId="{B650362B-B36E-48D1-A3EA-7DB0370187FE}" type="presOf" srcId="{C7930A07-69B6-4B8C-A539-3D5D747DEF43}" destId="{D7CCBBBF-379D-4661-9DF7-13F17ACC9AD6}" srcOrd="0" destOrd="0" presId="urn:microsoft.com/office/officeart/2008/layout/LinedList"/>
    <dgm:cxn modelId="{B6506E4C-519D-4F45-8B90-077800276C72}" srcId="{C7930A07-69B6-4B8C-A539-3D5D747DEF43}" destId="{85AC49F9-53F6-478C-863A-DA792562385F}" srcOrd="3" destOrd="0" parTransId="{DCCD1C49-7C27-4EEB-948F-36AD61CD7C86}" sibTransId="{956C63AF-1ADF-48F5-8589-82B0A9489529}"/>
    <dgm:cxn modelId="{D19FC46C-85AC-4CF9-996A-4F0BF201EDED}" srcId="{C7930A07-69B6-4B8C-A539-3D5D747DEF43}" destId="{37AA5EE2-48EE-48FB-9095-A7E796755BB1}" srcOrd="0" destOrd="0" parTransId="{6D269CAF-4AEA-42B6-B155-8C67EAB78F60}" sibTransId="{3EF01AE8-B6CB-48C5-BC85-C6E2500370AA}"/>
    <dgm:cxn modelId="{78ACCE58-8321-41F5-B884-14CB5552B6FF}" type="presOf" srcId="{85AC49F9-53F6-478C-863A-DA792562385F}" destId="{95923A26-028C-4229-A3A4-416D9F0EC29C}" srcOrd="0" destOrd="0" presId="urn:microsoft.com/office/officeart/2008/layout/LinedList"/>
    <dgm:cxn modelId="{56A95783-E389-418C-9442-202967D23E99}" type="presOf" srcId="{37AA5EE2-48EE-48FB-9095-A7E796755BB1}" destId="{FE530197-B05A-4F07-92B9-CF1201A23565}" srcOrd="0" destOrd="0" presId="urn:microsoft.com/office/officeart/2008/layout/LinedList"/>
    <dgm:cxn modelId="{043EC9E2-5F9A-465E-A52C-B928050550DF}" type="presOf" srcId="{9A081239-6E90-4A05-B035-C8ACA73CAABD}" destId="{89B99C2A-85EE-4C8B-86D7-EA0D99583DF4}" srcOrd="0" destOrd="0" presId="urn:microsoft.com/office/officeart/2008/layout/LinedList"/>
    <dgm:cxn modelId="{6C18E2E3-5E28-411F-A782-DC6FBB96D9AD}" srcId="{C7930A07-69B6-4B8C-A539-3D5D747DEF43}" destId="{256853F2-D51D-45D9-A4DC-63657A34C91E}" srcOrd="2" destOrd="0" parTransId="{AC8E2592-79D7-48A4-B57C-9E26F1A7A498}" sibTransId="{26C77CF0-CBFA-4936-BAE7-694E67DB9E09}"/>
    <dgm:cxn modelId="{6E5C0CF6-E1BF-4086-A945-88D9C5EE9593}" srcId="{C7930A07-69B6-4B8C-A539-3D5D747DEF43}" destId="{41DF3FC4-E0A3-402D-A069-87B35B8665A7}" srcOrd="4" destOrd="0" parTransId="{11FBB17B-24BB-47D3-A16E-E68A8F471D42}" sibTransId="{6BA15EA8-FF56-40B5-9A98-4B2FD3C49DE6}"/>
    <dgm:cxn modelId="{1602F0E7-461C-4E45-8C71-B3B39F9F8FD0}" type="presParOf" srcId="{D7CCBBBF-379D-4661-9DF7-13F17ACC9AD6}" destId="{9393F054-6210-4040-9414-742A4E3FD5D6}" srcOrd="0" destOrd="0" presId="urn:microsoft.com/office/officeart/2008/layout/LinedList"/>
    <dgm:cxn modelId="{128E9B9B-E6E5-48E8-954B-7F1649E8B4E6}" type="presParOf" srcId="{D7CCBBBF-379D-4661-9DF7-13F17ACC9AD6}" destId="{BDBE00B5-6D97-4B72-A1AD-84C1A4B704DD}" srcOrd="1" destOrd="0" presId="urn:microsoft.com/office/officeart/2008/layout/LinedList"/>
    <dgm:cxn modelId="{EE4C71C2-F7AA-460F-94BE-B5CB24F52F51}" type="presParOf" srcId="{BDBE00B5-6D97-4B72-A1AD-84C1A4B704DD}" destId="{FE530197-B05A-4F07-92B9-CF1201A23565}" srcOrd="0" destOrd="0" presId="urn:microsoft.com/office/officeart/2008/layout/LinedList"/>
    <dgm:cxn modelId="{9C71EFAD-B51F-49D9-BA8A-6A50D190ED16}" type="presParOf" srcId="{BDBE00B5-6D97-4B72-A1AD-84C1A4B704DD}" destId="{645AAA9E-6DD9-431A-A778-7F37AAE36EF0}" srcOrd="1" destOrd="0" presId="urn:microsoft.com/office/officeart/2008/layout/LinedList"/>
    <dgm:cxn modelId="{E8432BAF-DBD7-409E-85AE-3CDF34975E49}" type="presParOf" srcId="{D7CCBBBF-379D-4661-9DF7-13F17ACC9AD6}" destId="{AA18C8B7-0931-43F7-9E6F-A33340483AC8}" srcOrd="2" destOrd="0" presId="urn:microsoft.com/office/officeart/2008/layout/LinedList"/>
    <dgm:cxn modelId="{1B7AD670-9C65-4C7D-9779-DC8D88273E29}" type="presParOf" srcId="{D7CCBBBF-379D-4661-9DF7-13F17ACC9AD6}" destId="{B01F58D8-C775-4F6E-8289-5B12163591EF}" srcOrd="3" destOrd="0" presId="urn:microsoft.com/office/officeart/2008/layout/LinedList"/>
    <dgm:cxn modelId="{BF15C8F9-9688-4574-AABA-CAD6EF28C595}" type="presParOf" srcId="{B01F58D8-C775-4F6E-8289-5B12163591EF}" destId="{89B99C2A-85EE-4C8B-86D7-EA0D99583DF4}" srcOrd="0" destOrd="0" presId="urn:microsoft.com/office/officeart/2008/layout/LinedList"/>
    <dgm:cxn modelId="{BDBF6454-6EC2-4753-9DE2-CF3DDA87CBD6}" type="presParOf" srcId="{B01F58D8-C775-4F6E-8289-5B12163591EF}" destId="{5BD3424E-E2E3-46AE-A290-8E9277B5EEAE}" srcOrd="1" destOrd="0" presId="urn:microsoft.com/office/officeart/2008/layout/LinedList"/>
    <dgm:cxn modelId="{15E29674-EDB2-4341-A8A6-5777E35941B4}" type="presParOf" srcId="{D7CCBBBF-379D-4661-9DF7-13F17ACC9AD6}" destId="{BC1115EA-FC48-46FB-BF99-464B59504F1B}" srcOrd="4" destOrd="0" presId="urn:microsoft.com/office/officeart/2008/layout/LinedList"/>
    <dgm:cxn modelId="{CD8175DA-A2BF-42D6-BD36-948367A128F8}" type="presParOf" srcId="{D7CCBBBF-379D-4661-9DF7-13F17ACC9AD6}" destId="{A1E54819-5425-4731-98EB-907BE8427969}" srcOrd="5" destOrd="0" presId="urn:microsoft.com/office/officeart/2008/layout/LinedList"/>
    <dgm:cxn modelId="{9DD12318-DC56-42FE-9326-5D3787FEAFDC}" type="presParOf" srcId="{A1E54819-5425-4731-98EB-907BE8427969}" destId="{26FC5E20-2D0F-40C4-9CE7-5C9197D26177}" srcOrd="0" destOrd="0" presId="urn:microsoft.com/office/officeart/2008/layout/LinedList"/>
    <dgm:cxn modelId="{F9B66C61-E865-4DBB-9DB3-A4C24B4C541E}" type="presParOf" srcId="{A1E54819-5425-4731-98EB-907BE8427969}" destId="{947667D0-D44C-49D5-BF53-82BF80564F84}" srcOrd="1" destOrd="0" presId="urn:microsoft.com/office/officeart/2008/layout/LinedList"/>
    <dgm:cxn modelId="{8AE7E8AE-8F3A-4200-A035-12CE6A20999C}" type="presParOf" srcId="{D7CCBBBF-379D-4661-9DF7-13F17ACC9AD6}" destId="{A2215E04-A060-47A7-B411-58D513049D84}" srcOrd="6" destOrd="0" presId="urn:microsoft.com/office/officeart/2008/layout/LinedList"/>
    <dgm:cxn modelId="{070FF199-34D4-4C7F-BD2A-A4D0E7C292CC}" type="presParOf" srcId="{D7CCBBBF-379D-4661-9DF7-13F17ACC9AD6}" destId="{7C316C65-C709-42D5-97D8-ED5CF37176B2}" srcOrd="7" destOrd="0" presId="urn:microsoft.com/office/officeart/2008/layout/LinedList"/>
    <dgm:cxn modelId="{3C444103-8E38-48BA-A7F1-A81E1CAF5047}" type="presParOf" srcId="{7C316C65-C709-42D5-97D8-ED5CF37176B2}" destId="{95923A26-028C-4229-A3A4-416D9F0EC29C}" srcOrd="0" destOrd="0" presId="urn:microsoft.com/office/officeart/2008/layout/LinedList"/>
    <dgm:cxn modelId="{C62F1088-A75C-4FB7-8D51-D9AFACC74316}" type="presParOf" srcId="{7C316C65-C709-42D5-97D8-ED5CF37176B2}" destId="{656536F3-FBEE-4DE8-B85E-C7619FA3548A}" srcOrd="1" destOrd="0" presId="urn:microsoft.com/office/officeart/2008/layout/LinedList"/>
    <dgm:cxn modelId="{740409E2-C7DA-411A-A0AB-1F8A5227FFDA}" type="presParOf" srcId="{D7CCBBBF-379D-4661-9DF7-13F17ACC9AD6}" destId="{C9E11364-8AA9-4EA3-889B-A82D027F2782}" srcOrd="8" destOrd="0" presId="urn:microsoft.com/office/officeart/2008/layout/LinedList"/>
    <dgm:cxn modelId="{9ACDDC8C-7232-42CB-9D05-F9CD4E4F285D}" type="presParOf" srcId="{D7CCBBBF-379D-4661-9DF7-13F17ACC9AD6}" destId="{D2407EB6-2391-4539-B333-A50BC973F91F}" srcOrd="9" destOrd="0" presId="urn:microsoft.com/office/officeart/2008/layout/LinedList"/>
    <dgm:cxn modelId="{FD3C1F7C-A86F-463D-BC06-28997A262FA3}" type="presParOf" srcId="{D2407EB6-2391-4539-B333-A50BC973F91F}" destId="{C4A01EFB-83C5-4650-9C5A-66AC4AF4A733}" srcOrd="0" destOrd="0" presId="urn:microsoft.com/office/officeart/2008/layout/LinedList"/>
    <dgm:cxn modelId="{F4C3948D-1E63-42FC-BEEB-BC0452B2D095}" type="presParOf" srcId="{D2407EB6-2391-4539-B333-A50BC973F91F}" destId="{54446CB0-47E2-4C25-8B93-3DD00157DBA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3F054-6210-4040-9414-742A4E3FD5D6}">
      <dsp:nvSpPr>
        <dsp:cNvPr id="0" name=""/>
        <dsp:cNvSpPr/>
      </dsp:nvSpPr>
      <dsp:spPr>
        <a:xfrm>
          <a:off x="0" y="531"/>
          <a:ext cx="1121092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30197-B05A-4F07-92B9-CF1201A23565}">
      <dsp:nvSpPr>
        <dsp:cNvPr id="0" name=""/>
        <dsp:cNvSpPr/>
      </dsp:nvSpPr>
      <dsp:spPr>
        <a:xfrm>
          <a:off x="0" y="531"/>
          <a:ext cx="11210925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Calibri" panose="020F0502020204030204" pitchFamily="34" charset="0"/>
              <a:cs typeface="Calibri" panose="020F0502020204030204" pitchFamily="34" charset="0"/>
            </a:rPr>
            <a:t>Project Management Checklist: </a:t>
          </a:r>
          <a:r>
            <a:rPr lang="en-US" sz="2800" kern="1200" dirty="0">
              <a:latin typeface="Calibri" panose="020F0502020204030204" pitchFamily="34" charset="0"/>
              <a:cs typeface="Calibri" panose="020F0502020204030204" pitchFamily="34" charset="0"/>
              <a:hlinkClick xmlns:r="http://schemas.openxmlformats.org/officeDocument/2006/relationships" r:id="rId1"/>
            </a:rPr>
            <a:t>MAN.3_Quality_Assessment.xlsx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531"/>
        <a:ext cx="11210925" cy="870296"/>
      </dsp:txXfrm>
    </dsp:sp>
    <dsp:sp modelId="{AA18C8B7-0931-43F7-9E6F-A33340483AC8}">
      <dsp:nvSpPr>
        <dsp:cNvPr id="0" name=""/>
        <dsp:cNvSpPr/>
      </dsp:nvSpPr>
      <dsp:spPr>
        <a:xfrm>
          <a:off x="0" y="870827"/>
          <a:ext cx="1121092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99C2A-85EE-4C8B-86D7-EA0D99583DF4}">
      <dsp:nvSpPr>
        <dsp:cNvPr id="0" name=""/>
        <dsp:cNvSpPr/>
      </dsp:nvSpPr>
      <dsp:spPr>
        <a:xfrm>
          <a:off x="0" y="870827"/>
          <a:ext cx="11210925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Configuration Management Checklist: 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SUP.8_Quality_Assessment.xlsx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 </a:t>
          </a:r>
        </a:p>
      </dsp:txBody>
      <dsp:txXfrm>
        <a:off x="0" y="870827"/>
        <a:ext cx="11210925" cy="870296"/>
      </dsp:txXfrm>
    </dsp:sp>
    <dsp:sp modelId="{BC1115EA-FC48-46FB-BF99-464B59504F1B}">
      <dsp:nvSpPr>
        <dsp:cNvPr id="0" name=""/>
        <dsp:cNvSpPr/>
      </dsp:nvSpPr>
      <dsp:spPr>
        <a:xfrm>
          <a:off x="0" y="1741123"/>
          <a:ext cx="1121092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C5E20-2D0F-40C4-9CE7-5C9197D26177}">
      <dsp:nvSpPr>
        <dsp:cNvPr id="0" name=""/>
        <dsp:cNvSpPr/>
      </dsp:nvSpPr>
      <dsp:spPr>
        <a:xfrm>
          <a:off x="0" y="1741123"/>
          <a:ext cx="11210925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Problem Resolution Management Checklist: 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hlinkClick xmlns:r="http://schemas.openxmlformats.org/officeDocument/2006/relationships"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SUP.9_Quality_Assessment.xlsx</a:t>
          </a:r>
          <a:endParaRPr lang="en-US" sz="2800" kern="1200" dirty="0">
            <a:solidFill>
              <a:schemeClr val="accent1"/>
            </a:solidFill>
            <a:latin typeface="Calibri" panose="020F0502020204030204" pitchFamily="34" charset="0"/>
            <a:ea typeface="+mn-ea"/>
            <a:cs typeface="Calibri" panose="020F0502020204030204" pitchFamily="34" charset="0"/>
          </a:endParaRPr>
        </a:p>
      </dsp:txBody>
      <dsp:txXfrm>
        <a:off x="0" y="1741123"/>
        <a:ext cx="11210925" cy="870296"/>
      </dsp:txXfrm>
    </dsp:sp>
    <dsp:sp modelId="{A2215E04-A060-47A7-B411-58D513049D84}">
      <dsp:nvSpPr>
        <dsp:cNvPr id="0" name=""/>
        <dsp:cNvSpPr/>
      </dsp:nvSpPr>
      <dsp:spPr>
        <a:xfrm>
          <a:off x="0" y="2611420"/>
          <a:ext cx="1121092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23A26-028C-4229-A3A4-416D9F0EC29C}">
      <dsp:nvSpPr>
        <dsp:cNvPr id="0" name=""/>
        <dsp:cNvSpPr/>
      </dsp:nvSpPr>
      <dsp:spPr>
        <a:xfrm>
          <a:off x="0" y="2611420"/>
          <a:ext cx="11210925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Change Request Management Checklist: 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SUP.10_Quality_Assessment.xlsx</a:t>
          </a:r>
          <a:endParaRPr lang="en-US" sz="2800" kern="1200" dirty="0">
            <a:solidFill>
              <a:schemeClr val="accent1"/>
            </a:solidFill>
            <a:latin typeface="Calibri" panose="020F0502020204030204" pitchFamily="34" charset="0"/>
            <a:ea typeface="+mn-ea"/>
            <a:cs typeface="Calibri" panose="020F0502020204030204" pitchFamily="34" charset="0"/>
          </a:endParaRPr>
        </a:p>
      </dsp:txBody>
      <dsp:txXfrm>
        <a:off x="0" y="2611420"/>
        <a:ext cx="11210925" cy="870296"/>
      </dsp:txXfrm>
    </dsp:sp>
    <dsp:sp modelId="{C9E11364-8AA9-4EA3-889B-A82D027F2782}">
      <dsp:nvSpPr>
        <dsp:cNvPr id="0" name=""/>
        <dsp:cNvSpPr/>
      </dsp:nvSpPr>
      <dsp:spPr>
        <a:xfrm>
          <a:off x="0" y="3481716"/>
          <a:ext cx="1121092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01EFB-83C5-4650-9C5A-66AC4AF4A733}">
      <dsp:nvSpPr>
        <dsp:cNvPr id="0" name=""/>
        <dsp:cNvSpPr/>
      </dsp:nvSpPr>
      <dsp:spPr>
        <a:xfrm>
          <a:off x="0" y="3481716"/>
          <a:ext cx="11210925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rPr>
            <a:t>Generic Practices (L2) Checklist: </a:t>
          </a:r>
          <a:r>
            <a:rPr lang="en-US" sz="2800" kern="1200" dirty="0">
              <a:solidFill>
                <a:schemeClr val="accen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hlinkClick xmlns:r="http://schemas.openxmlformats.org/officeDocument/2006/relationships"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GP Checklist</a:t>
          </a:r>
          <a:endParaRPr lang="en-US" sz="2800" kern="1200" dirty="0">
            <a:solidFill>
              <a:schemeClr val="accent1"/>
            </a:solidFill>
            <a:latin typeface="Calibri" panose="020F0502020204030204" pitchFamily="34" charset="0"/>
            <a:ea typeface="+mn-ea"/>
            <a:cs typeface="Calibri" panose="020F0502020204030204" pitchFamily="34" charset="0"/>
          </a:endParaRPr>
        </a:p>
      </dsp:txBody>
      <dsp:txXfrm>
        <a:off x="0" y="3481716"/>
        <a:ext cx="11210925" cy="870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AF339-6C8E-40A4-B4AF-1941C009BB9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0AF26-7E87-439D-8629-6AF56B91C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2F4A-CFAB-3AF0-71E7-CFDD0FF91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A8476-2DFB-E318-9796-91D5B26BE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318C7-8D1C-4480-8338-6B6BF59D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74EC8-F9FB-D705-8351-9DE49B44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2A13F-4FAF-95C8-0568-4B755954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3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0C97-AAD4-83D8-2470-CC7F47DD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8EC1-4EC6-4B64-634E-CF47565E6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1036F-3E83-D0F0-B14C-A21901D9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F1F1-E60D-0A32-A68F-5F09C216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2C134-C970-0590-E81F-F9501377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65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02BB-A4BA-CF7B-D3F0-3969BBE1D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6DF46-8EB5-451C-FCB4-57A59D5BC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923D1-1F96-2FF7-C0B3-6561BB1B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DB240-ABFA-55BD-B02A-AF815669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96C44-8588-F4DA-ADB9-A7BAAC3D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7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C004-EB9F-AD43-C946-19654428E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E0626-3B03-4D8E-BC45-8AC03B0E3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702C7-2552-F956-6528-27E61276F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F0B55-1927-98F1-7EAD-C1FCB310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54A88-BC2A-3D2A-9156-EB296A54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ACA84-00A4-3F63-F417-6E94D585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2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A9C4-69EC-1931-D26B-95E5FAD5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52EEF-DFCB-633E-9EE8-B4965891F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FAD0A-6FAA-3326-BF9A-8B813CC7A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7D134-8C77-CAD6-41BA-F50CC5DD2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E8535-A533-4875-B17D-C258DCA14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BB717-55AF-912D-AB86-EA0D03C00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0475FE-8865-37A5-4B57-9E9DD29E9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54112-C267-D1A9-9C64-8CAE9DDC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5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3BFC-3CA2-947C-CD24-EC8A61EF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4576B-0E57-CDB5-0D61-3BE7FE9D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09371-8316-ACB9-94C4-1F127744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252FB-962F-3B4C-CF1D-8C68AD8B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95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82871-2E21-8D1F-0800-F46F75A4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F1833-FD16-B464-3EBB-574F04A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284D0-F14D-3537-4145-4C2BFF19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6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5EB1-B530-04A2-9AE3-2CCEAA10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51569-FBD5-AEF4-3BC6-6510CA262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555C2-7BB2-F9A4-CABA-730A4BF22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1AE27-0EA1-47FD-2998-64FA274F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2E881-CCA2-56EA-809A-E32430B3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2AF7D-8487-FF2A-050A-4D5ED644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9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59AB-08E2-5638-D15D-02850DE0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322B4-219D-AE11-E7C1-23DEE48DC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CE615-3FFD-EB97-F999-18EAB1A40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EED61-A2E8-C6A1-4985-C5C96CB8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DA80-508F-C316-E2F7-197AE61D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84B1-E010-2BCA-56DF-56747BF5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1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2F65-204B-A63E-9042-DCF79E69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FCF9A-3801-189E-0C66-90DB2C4B0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20AC1-0AD7-9186-81E1-28A81798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0E6BF-A554-7F46-061A-562F6971D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928D-B3D1-2ED3-090C-B607ED2CD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3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47F6E8-CB23-BF34-47FE-6C40ADA1A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EC9CD-AF2B-C968-6D0F-735C20950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B9EA9-EF81-26A4-0E01-05044C2CC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D0E65-8497-1411-7169-2679E32B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10D36-1488-063E-F3BF-39698FF2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64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CC21-CDD1-4F71-BEA4-14CB2C645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8"/>
            <a:ext cx="12191888" cy="6850800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91D7A-A48B-465E-9937-C66BC43F3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550" y="3501000"/>
            <a:ext cx="5759450" cy="170317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65040-5BDA-4405-B53B-23E35F213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269000"/>
            <a:ext cx="11520000" cy="1800000"/>
          </a:xfrm>
        </p:spPr>
        <p:txBody>
          <a:bodyPr anchor="t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416CF-2219-49E4-64AF-12926EFE54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3596" y="136525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8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3665D8-D267-7A4E-8835-502998A7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873F7-CD49-F1A8-CFEB-314E59E97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92AE7-C92C-D560-F834-A8E70463A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35DD3-5F75-44E5-92DE-7E398D1B52CB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5BCF9-358D-B957-A5D1-E630C8668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20DBE-509A-4DB2-A9BC-0C7474D92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A7BEA-1D6A-4126-A830-7761E8E61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1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19AB89D0-8562-49A8-BAFA-01679A4C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20" y="2045196"/>
            <a:ext cx="9593446" cy="1459305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solidFill>
                  <a:schemeClr val="bg1"/>
                </a:solidFill>
              </a:rPr>
              <a:t>Assessment List for MAN.3 &amp; Supporting Process Groups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	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08D9D-CD3D-0160-DECA-11D30FC3C1E7}"/>
              </a:ext>
            </a:extLst>
          </p:cNvPr>
          <p:cNvSpPr txBox="1"/>
          <p:nvPr/>
        </p:nvSpPr>
        <p:spPr>
          <a:xfrm>
            <a:off x="2556020" y="3317588"/>
            <a:ext cx="81986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Purvi Sahu</a:t>
            </a:r>
          </a:p>
          <a:p>
            <a:r>
              <a:rPr lang="en-US" sz="2800" dirty="0">
                <a:solidFill>
                  <a:schemeClr val="bg1"/>
                </a:solidFill>
              </a:rPr>
              <a:t>Quality Engineer, Central Engineering Team</a:t>
            </a:r>
          </a:p>
        </p:txBody>
      </p:sp>
    </p:spTree>
    <p:extLst>
      <p:ext uri="{BB962C8B-B14F-4D97-AF65-F5344CB8AC3E}">
        <p14:creationId xmlns:p14="http://schemas.microsoft.com/office/powerpoint/2010/main" val="418240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56FB62-D77C-C4B0-BCC9-3E95D35B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accent1"/>
                </a:solidFill>
              </a:rPr>
              <a:t>ASPICE Assessment regarding Management &amp; Supporting Process Groups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7C1423-F77A-F48A-75D7-EB4E3C860203}"/>
              </a:ext>
            </a:extLst>
          </p:cNvPr>
          <p:cNvSpPr/>
          <p:nvPr/>
        </p:nvSpPr>
        <p:spPr>
          <a:xfrm>
            <a:off x="2186666" y="1926266"/>
            <a:ext cx="1321465" cy="8782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MAN.3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3EAA2-ACA2-48DB-5F05-FA633E3CD3C6}"/>
              </a:ext>
            </a:extLst>
          </p:cNvPr>
          <p:cNvSpPr/>
          <p:nvPr/>
        </p:nvSpPr>
        <p:spPr>
          <a:xfrm>
            <a:off x="4352400" y="1926266"/>
            <a:ext cx="1321465" cy="878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SUP.8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849D9A-8E13-75E4-CFD1-E761BC7DF5E0}"/>
              </a:ext>
            </a:extLst>
          </p:cNvPr>
          <p:cNvSpPr/>
          <p:nvPr/>
        </p:nvSpPr>
        <p:spPr>
          <a:xfrm>
            <a:off x="8683869" y="1926266"/>
            <a:ext cx="1321465" cy="878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SUP.10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E7A50B-5E41-FBC0-A54B-4161D6FFF63F}"/>
              </a:ext>
            </a:extLst>
          </p:cNvPr>
          <p:cNvSpPr/>
          <p:nvPr/>
        </p:nvSpPr>
        <p:spPr>
          <a:xfrm>
            <a:off x="6518134" y="1926266"/>
            <a:ext cx="1321465" cy="878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SUP.9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0BB90C-B491-6C93-3557-F24045962E35}"/>
              </a:ext>
            </a:extLst>
          </p:cNvPr>
          <p:cNvSpPr/>
          <p:nvPr/>
        </p:nvSpPr>
        <p:spPr>
          <a:xfrm>
            <a:off x="2186665" y="3128210"/>
            <a:ext cx="7818668" cy="87829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Generic Practices for Level-2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C4A03-ABC0-2DFB-77EC-46A38E83CBA5}"/>
              </a:ext>
            </a:extLst>
          </p:cNvPr>
          <p:cNvSpPr txBox="1"/>
          <p:nvPr/>
        </p:nvSpPr>
        <p:spPr>
          <a:xfrm>
            <a:off x="2186665" y="4598741"/>
            <a:ext cx="7818668" cy="192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 Audit for MAN.3 has been done for ASPICE Level-1.</a:t>
            </a:r>
          </a:p>
          <a:p>
            <a:pPr marL="274320" indent="-27432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 Audit for Supporting Process Groups (SUP.8, SUP.9, SUP.10) need to be planned.</a:t>
            </a:r>
          </a:p>
          <a:p>
            <a:pPr marL="274320" indent="-274320" defTabSz="87782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 Audit for Project Management to achieve ASPICE Level-2 need to be planned.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9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2BBAA-5201-F3C0-B3D5-F00AFA766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>
                <a:solidFill>
                  <a:schemeClr val="accent1"/>
                </a:solidFill>
              </a:rPr>
              <a:t>ASPICE Checklist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659A32B-2465-F1C8-8CB7-FD40CEA3D5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079034"/>
              </p:ext>
            </p:extLst>
          </p:nvPr>
        </p:nvGraphicFramePr>
        <p:xfrm>
          <a:off x="489012" y="1857375"/>
          <a:ext cx="112109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396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59AEF028CCFD4D8B43CB48F87F595A" ma:contentTypeVersion="21" ma:contentTypeDescription="Create a new document." ma:contentTypeScope="" ma:versionID="3fd6dc3f7e9af2d78fd0fe5e8ee98d53">
  <xsd:schema xmlns:xsd="http://www.w3.org/2001/XMLSchema" xmlns:xs="http://www.w3.org/2001/XMLSchema" xmlns:p="http://schemas.microsoft.com/office/2006/metadata/properties" xmlns:ns2="ba43b1be-fe62-4076-a3ee-1cb3721217e3" xmlns:ns3="b1bb6565-0751-4763-9618-26f90953c77f" targetNamespace="http://schemas.microsoft.com/office/2006/metadata/properties" ma:root="true" ma:fieldsID="819929d8de0b016ba1bb29107e810933" ns2:_="" ns3:_="">
    <xsd:import namespace="ba43b1be-fe62-4076-a3ee-1cb3721217e3"/>
    <xsd:import namespace="b1bb6565-0751-4763-9618-26f90953c77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Release_Status" minOccurs="0"/>
                <xsd:element ref="ns3:Decomposed_From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43b1be-fe62-4076-a3ee-1cb3721217e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17804d20-1920-43b6-a62a-6e57227e9be7}" ma:internalName="TaxCatchAll" ma:showField="CatchAllData" ma:web="ba43b1be-fe62-4076-a3ee-1cb3721217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bb6565-0751-4763-9618-26f90953c7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354c929-4610-47ef-a3f4-94386881d7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Release_Status" ma:index="23" nillable="true" ma:displayName="Release_Status" ma:default="0" ma:description="This column defines if the document has been officially released or not" ma:format="Dropdown" ma:internalName="Release_Status">
      <xsd:simpleType>
        <xsd:restriction base="dms:Boolean"/>
      </xsd:simpleType>
    </xsd:element>
    <xsd:element name="Decomposed_From" ma:index="24" nillable="true" ma:displayName="Decomposed_From" ma:description="This column defines the link to the column from which the SRS is decomposed from" ma:format="Hyperlink" ma:internalName="Decomposed_From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composed_From xmlns="b1bb6565-0751-4763-9618-26f90953c77f">
      <Url xsi:nil="true"/>
      <Description xsi:nil="true"/>
    </Decomposed_From>
    <Release_Status xmlns="b1bb6565-0751-4763-9618-26f90953c77f">false</Release_Status>
    <lcf76f155ced4ddcb4097134ff3c332f xmlns="b1bb6565-0751-4763-9618-26f90953c77f">
      <Terms xmlns="http://schemas.microsoft.com/office/infopath/2007/PartnerControls"/>
    </lcf76f155ced4ddcb4097134ff3c332f>
    <TaxCatchAll xmlns="ba43b1be-fe62-4076-a3ee-1cb3721217e3" xsi:nil="true"/>
  </documentManagement>
</p:properties>
</file>

<file path=customXml/itemProps1.xml><?xml version="1.0" encoding="utf-8"?>
<ds:datastoreItem xmlns:ds="http://schemas.openxmlformats.org/officeDocument/2006/customXml" ds:itemID="{972BDF51-A196-47EE-9B4D-81AA45873AF7}"/>
</file>

<file path=customXml/itemProps2.xml><?xml version="1.0" encoding="utf-8"?>
<ds:datastoreItem xmlns:ds="http://schemas.openxmlformats.org/officeDocument/2006/customXml" ds:itemID="{CC012B6C-C917-4C90-B803-4EC83655FAAA}"/>
</file>

<file path=customXml/itemProps3.xml><?xml version="1.0" encoding="utf-8"?>
<ds:datastoreItem xmlns:ds="http://schemas.openxmlformats.org/officeDocument/2006/customXml" ds:itemID="{083F6169-E554-4D32-92B9-0B420852EB3A}"/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165</Words>
  <Application>Microsoft Office PowerPoint</Application>
  <PresentationFormat>Widescreen</PresentationFormat>
  <Paragraphs>19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Assessment List for MAN.3 &amp; Supporting Process Groups      </vt:lpstr>
      <vt:lpstr>ASPICE Assessment regarding Management &amp; Supporting Process Groups</vt:lpstr>
      <vt:lpstr>ASPICE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Purvi  Sahu</dc:creator>
  <cp:lastModifiedBy>Purvi  Sahu</cp:lastModifiedBy>
  <cp:revision>1</cp:revision>
  <dcterms:created xsi:type="dcterms:W3CDTF">2024-01-17T05:26:55Z</dcterms:created>
  <dcterms:modified xsi:type="dcterms:W3CDTF">2024-01-17T12:49:21Z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0x010100B859AEF028CCFD4D8B43CB48F87F595A</vt:lpwstr>
  </property>
</Properties>
</file>