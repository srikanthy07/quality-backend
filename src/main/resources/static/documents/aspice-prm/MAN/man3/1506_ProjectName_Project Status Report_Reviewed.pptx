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421" r:id="rId3"/>
    <p:sldId id="41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FC4"/>
    <a:srgbClr val="1C0AC8"/>
    <a:srgbClr val="1313FD"/>
    <a:srgbClr val="49486E"/>
    <a:srgbClr val="231F20"/>
    <a:srgbClr val="56C4C9"/>
    <a:srgbClr val="EF3F24"/>
    <a:srgbClr val="F68925"/>
    <a:srgbClr val="F5510F"/>
    <a:srgbClr val="89B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E2A3D3-C428-4A09-99FB-70E94ED59B97}" v="4" dt="2024-05-06T05:35:13.1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88280"/>
  </p:normalViewPr>
  <p:slideViewPr>
    <p:cSldViewPr snapToGrid="0">
      <p:cViewPr varScale="1">
        <p:scale>
          <a:sx n="100" d="100"/>
          <a:sy n="100" d="100"/>
        </p:scale>
        <p:origin x="1242" y="9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vi  Sahu" userId="eaed1e12-bc06-4498-b0b0-397df4cad69b" providerId="ADAL" clId="{8FE2A3D3-C428-4A09-99FB-70E94ED59B97}"/>
    <pc:docChg chg="undo custSel addSld delSld modSld sldOrd">
      <pc:chgData name="Purvi  Sahu" userId="eaed1e12-bc06-4498-b0b0-397df4cad69b" providerId="ADAL" clId="{8FE2A3D3-C428-4A09-99FB-70E94ED59B97}" dt="2024-05-06T05:46:58.381" v="287" actId="20577"/>
      <pc:docMkLst>
        <pc:docMk/>
      </pc:docMkLst>
      <pc:sldChg chg="modSp mod">
        <pc:chgData name="Purvi  Sahu" userId="eaed1e12-bc06-4498-b0b0-397df4cad69b" providerId="ADAL" clId="{8FE2A3D3-C428-4A09-99FB-70E94ED59B97}" dt="2024-05-06T05:46:58.381" v="287" actId="20577"/>
        <pc:sldMkLst>
          <pc:docMk/>
          <pc:sldMk cId="4182405369" sldId="257"/>
        </pc:sldMkLst>
        <pc:spChg chg="mod">
          <ac:chgData name="Purvi  Sahu" userId="eaed1e12-bc06-4498-b0b0-397df4cad69b" providerId="ADAL" clId="{8FE2A3D3-C428-4A09-99FB-70E94ED59B97}" dt="2024-05-06T05:46:58.381" v="287" actId="20577"/>
          <ac:spMkLst>
            <pc:docMk/>
            <pc:sldMk cId="4182405369" sldId="257"/>
            <ac:spMk id="6" creationId="{19AB89D0-8562-49A8-BAFA-01679A4CC96E}"/>
          </ac:spMkLst>
        </pc:spChg>
      </pc:sldChg>
      <pc:sldChg chg="modSp del mod">
        <pc:chgData name="Purvi  Sahu" userId="eaed1e12-bc06-4498-b0b0-397df4cad69b" providerId="ADAL" clId="{8FE2A3D3-C428-4A09-99FB-70E94ED59B97}" dt="2024-05-06T05:46:30.174" v="270" actId="47"/>
        <pc:sldMkLst>
          <pc:docMk/>
          <pc:sldMk cId="1446555672" sldId="418"/>
        </pc:sldMkLst>
        <pc:spChg chg="mod">
          <ac:chgData name="Purvi  Sahu" userId="eaed1e12-bc06-4498-b0b0-397df4cad69b" providerId="ADAL" clId="{8FE2A3D3-C428-4A09-99FB-70E94ED59B97}" dt="2024-05-06T05:21:42.109" v="7" actId="1076"/>
          <ac:spMkLst>
            <pc:docMk/>
            <pc:sldMk cId="1446555672" sldId="418"/>
            <ac:spMk id="12" creationId="{0B15D401-213B-9782-FE72-DE88496B5483}"/>
          </ac:spMkLst>
        </pc:spChg>
        <pc:spChg chg="mod">
          <ac:chgData name="Purvi  Sahu" userId="eaed1e12-bc06-4498-b0b0-397df4cad69b" providerId="ADAL" clId="{8FE2A3D3-C428-4A09-99FB-70E94ED59B97}" dt="2024-05-06T05:21:44.595" v="8" actId="1076"/>
          <ac:spMkLst>
            <pc:docMk/>
            <pc:sldMk cId="1446555672" sldId="418"/>
            <ac:spMk id="13" creationId="{AB1DC849-3920-A8EC-8FA0-69077931DFA1}"/>
          </ac:spMkLst>
        </pc:spChg>
        <pc:spChg chg="mod">
          <ac:chgData name="Purvi  Sahu" userId="eaed1e12-bc06-4498-b0b0-397df4cad69b" providerId="ADAL" clId="{8FE2A3D3-C428-4A09-99FB-70E94ED59B97}" dt="2024-05-06T05:21:39.950" v="4" actId="1076"/>
          <ac:spMkLst>
            <pc:docMk/>
            <pc:sldMk cId="1446555672" sldId="418"/>
            <ac:spMk id="14" creationId="{F882783E-22BF-D944-76E6-2D8E6351D79A}"/>
          </ac:spMkLst>
        </pc:spChg>
        <pc:spChg chg="mod">
          <ac:chgData name="Purvi  Sahu" userId="eaed1e12-bc06-4498-b0b0-397df4cad69b" providerId="ADAL" clId="{8FE2A3D3-C428-4A09-99FB-70E94ED59B97}" dt="2024-05-06T05:43:02.886" v="260" actId="20577"/>
          <ac:spMkLst>
            <pc:docMk/>
            <pc:sldMk cId="1446555672" sldId="418"/>
            <ac:spMk id="18" creationId="{DEEBEA63-F7CE-70BA-D332-DD03A4C649F0}"/>
          </ac:spMkLst>
        </pc:spChg>
        <pc:spChg chg="mod">
          <ac:chgData name="Purvi  Sahu" userId="eaed1e12-bc06-4498-b0b0-397df4cad69b" providerId="ADAL" clId="{8FE2A3D3-C428-4A09-99FB-70E94ED59B97}" dt="2024-05-06T05:34:49.260" v="112" actId="20577"/>
          <ac:spMkLst>
            <pc:docMk/>
            <pc:sldMk cId="1446555672" sldId="418"/>
            <ac:spMk id="20" creationId="{A8DCE5D9-2874-AFDA-D2FC-24737766491F}"/>
          </ac:spMkLst>
        </pc:spChg>
        <pc:spChg chg="mod">
          <ac:chgData name="Purvi  Sahu" userId="eaed1e12-bc06-4498-b0b0-397df4cad69b" providerId="ADAL" clId="{8FE2A3D3-C428-4A09-99FB-70E94ED59B97}" dt="2024-05-06T05:34:58.068" v="121" actId="20577"/>
          <ac:spMkLst>
            <pc:docMk/>
            <pc:sldMk cId="1446555672" sldId="418"/>
            <ac:spMk id="22" creationId="{8D333E4A-6679-4BA3-F563-FEB04D481493}"/>
          </ac:spMkLst>
        </pc:spChg>
      </pc:sldChg>
      <pc:sldChg chg="modSp add del mod">
        <pc:chgData name="Purvi  Sahu" userId="eaed1e12-bc06-4498-b0b0-397df4cad69b" providerId="ADAL" clId="{8FE2A3D3-C428-4A09-99FB-70E94ED59B97}" dt="2024-05-06T05:46:29.599" v="269" actId="47"/>
        <pc:sldMkLst>
          <pc:docMk/>
          <pc:sldMk cId="651500052" sldId="419"/>
        </pc:sldMkLst>
        <pc:spChg chg="mod">
          <ac:chgData name="Purvi  Sahu" userId="eaed1e12-bc06-4498-b0b0-397df4cad69b" providerId="ADAL" clId="{8FE2A3D3-C428-4A09-99FB-70E94ED59B97}" dt="2024-05-06T05:43:07.408" v="262" actId="20577"/>
          <ac:spMkLst>
            <pc:docMk/>
            <pc:sldMk cId="651500052" sldId="419"/>
            <ac:spMk id="18" creationId="{DEEBEA63-F7CE-70BA-D332-DD03A4C649F0}"/>
          </ac:spMkLst>
        </pc:spChg>
        <pc:spChg chg="mod">
          <ac:chgData name="Purvi  Sahu" userId="eaed1e12-bc06-4498-b0b0-397df4cad69b" providerId="ADAL" clId="{8FE2A3D3-C428-4A09-99FB-70E94ED59B97}" dt="2024-05-06T05:35:28.399" v="137" actId="20577"/>
          <ac:spMkLst>
            <pc:docMk/>
            <pc:sldMk cId="651500052" sldId="419"/>
            <ac:spMk id="20" creationId="{A8DCE5D9-2874-AFDA-D2FC-24737766491F}"/>
          </ac:spMkLst>
        </pc:spChg>
        <pc:spChg chg="mod">
          <ac:chgData name="Purvi  Sahu" userId="eaed1e12-bc06-4498-b0b0-397df4cad69b" providerId="ADAL" clId="{8FE2A3D3-C428-4A09-99FB-70E94ED59B97}" dt="2024-05-06T05:35:22.565" v="130" actId="20577"/>
          <ac:spMkLst>
            <pc:docMk/>
            <pc:sldMk cId="651500052" sldId="419"/>
            <ac:spMk id="22" creationId="{8D333E4A-6679-4BA3-F563-FEB04D481493}"/>
          </ac:spMkLst>
        </pc:spChg>
      </pc:sldChg>
      <pc:sldChg chg="modSp add del mod">
        <pc:chgData name="Purvi  Sahu" userId="eaed1e12-bc06-4498-b0b0-397df4cad69b" providerId="ADAL" clId="{8FE2A3D3-C428-4A09-99FB-70E94ED59B97}" dt="2024-05-06T05:46:28.874" v="268" actId="47"/>
        <pc:sldMkLst>
          <pc:docMk/>
          <pc:sldMk cId="2552798224" sldId="420"/>
        </pc:sldMkLst>
        <pc:spChg chg="mod">
          <ac:chgData name="Purvi  Sahu" userId="eaed1e12-bc06-4498-b0b0-397df4cad69b" providerId="ADAL" clId="{8FE2A3D3-C428-4A09-99FB-70E94ED59B97}" dt="2024-05-06T05:43:11.771" v="264" actId="20577"/>
          <ac:spMkLst>
            <pc:docMk/>
            <pc:sldMk cId="2552798224" sldId="420"/>
            <ac:spMk id="18" creationId="{DEEBEA63-F7CE-70BA-D332-DD03A4C649F0}"/>
          </ac:spMkLst>
        </pc:spChg>
        <pc:spChg chg="mod">
          <ac:chgData name="Purvi  Sahu" userId="eaed1e12-bc06-4498-b0b0-397df4cad69b" providerId="ADAL" clId="{8FE2A3D3-C428-4A09-99FB-70E94ED59B97}" dt="2024-05-06T05:35:44.012" v="151" actId="20577"/>
          <ac:spMkLst>
            <pc:docMk/>
            <pc:sldMk cId="2552798224" sldId="420"/>
            <ac:spMk id="20" creationId="{A8DCE5D9-2874-AFDA-D2FC-24737766491F}"/>
          </ac:spMkLst>
        </pc:spChg>
        <pc:spChg chg="mod">
          <ac:chgData name="Purvi  Sahu" userId="eaed1e12-bc06-4498-b0b0-397df4cad69b" providerId="ADAL" clId="{8FE2A3D3-C428-4A09-99FB-70E94ED59B97}" dt="2024-05-06T05:35:53.433" v="169" actId="20577"/>
          <ac:spMkLst>
            <pc:docMk/>
            <pc:sldMk cId="2552798224" sldId="420"/>
            <ac:spMk id="22" creationId="{8D333E4A-6679-4BA3-F563-FEB04D481493}"/>
          </ac:spMkLst>
        </pc:spChg>
      </pc:sldChg>
      <pc:sldChg chg="modSp add mod ord">
        <pc:chgData name="Purvi  Sahu" userId="eaed1e12-bc06-4498-b0b0-397df4cad69b" providerId="ADAL" clId="{8FE2A3D3-C428-4A09-99FB-70E94ED59B97}" dt="2024-05-06T05:46:45.255" v="281" actId="20577"/>
        <pc:sldMkLst>
          <pc:docMk/>
          <pc:sldMk cId="798363993" sldId="421"/>
        </pc:sldMkLst>
        <pc:spChg chg="mod">
          <ac:chgData name="Purvi  Sahu" userId="eaed1e12-bc06-4498-b0b0-397df4cad69b" providerId="ADAL" clId="{8FE2A3D3-C428-4A09-99FB-70E94ED59B97}" dt="2024-05-06T05:46:39.164" v="279" actId="27636"/>
          <ac:spMkLst>
            <pc:docMk/>
            <pc:sldMk cId="798363993" sldId="421"/>
            <ac:spMk id="18" creationId="{DEEBEA63-F7CE-70BA-D332-DD03A4C649F0}"/>
          </ac:spMkLst>
        </pc:spChg>
        <pc:spChg chg="mod">
          <ac:chgData name="Purvi  Sahu" userId="eaed1e12-bc06-4498-b0b0-397df4cad69b" providerId="ADAL" clId="{8FE2A3D3-C428-4A09-99FB-70E94ED59B97}" dt="2024-05-06T05:46:42.898" v="280" actId="20577"/>
          <ac:spMkLst>
            <pc:docMk/>
            <pc:sldMk cId="798363993" sldId="421"/>
            <ac:spMk id="20" creationId="{A8DCE5D9-2874-AFDA-D2FC-24737766491F}"/>
          </ac:spMkLst>
        </pc:spChg>
        <pc:spChg chg="mod">
          <ac:chgData name="Purvi  Sahu" userId="eaed1e12-bc06-4498-b0b0-397df4cad69b" providerId="ADAL" clId="{8FE2A3D3-C428-4A09-99FB-70E94ED59B97}" dt="2024-05-06T05:46:45.255" v="281" actId="20577"/>
          <ac:spMkLst>
            <pc:docMk/>
            <pc:sldMk cId="798363993" sldId="421"/>
            <ac:spMk id="22" creationId="{8D333E4A-6679-4BA3-F563-FEB04D481493}"/>
          </ac:spMkLst>
        </pc:spChg>
      </pc:sldChg>
      <pc:sldChg chg="modSp add del mod">
        <pc:chgData name="Purvi  Sahu" userId="eaed1e12-bc06-4498-b0b0-397df4cad69b" providerId="ADAL" clId="{8FE2A3D3-C428-4A09-99FB-70E94ED59B97}" dt="2024-05-06T05:46:27.631" v="267" actId="47"/>
        <pc:sldMkLst>
          <pc:docMk/>
          <pc:sldMk cId="2031437362" sldId="422"/>
        </pc:sldMkLst>
        <pc:spChg chg="mod">
          <ac:chgData name="Purvi  Sahu" userId="eaed1e12-bc06-4498-b0b0-397df4cad69b" providerId="ADAL" clId="{8FE2A3D3-C428-4A09-99FB-70E94ED59B97}" dt="2024-05-06T05:42:57.734" v="258" actId="20577"/>
          <ac:spMkLst>
            <pc:docMk/>
            <pc:sldMk cId="2031437362" sldId="422"/>
            <ac:spMk id="18" creationId="{DEEBEA63-F7CE-70BA-D332-DD03A4C649F0}"/>
          </ac:spMkLst>
        </pc:spChg>
        <pc:spChg chg="mod">
          <ac:chgData name="Purvi  Sahu" userId="eaed1e12-bc06-4498-b0b0-397df4cad69b" providerId="ADAL" clId="{8FE2A3D3-C428-4A09-99FB-70E94ED59B97}" dt="2024-05-06T05:36:39.517" v="223" actId="20577"/>
          <ac:spMkLst>
            <pc:docMk/>
            <pc:sldMk cId="2031437362" sldId="422"/>
            <ac:spMk id="20" creationId="{A8DCE5D9-2874-AFDA-D2FC-24737766491F}"/>
          </ac:spMkLst>
        </pc:spChg>
        <pc:spChg chg="mod">
          <ac:chgData name="Purvi  Sahu" userId="eaed1e12-bc06-4498-b0b0-397df4cad69b" providerId="ADAL" clId="{8FE2A3D3-C428-4A09-99FB-70E94ED59B97}" dt="2024-05-06T05:36:44.799" v="228" actId="20577"/>
          <ac:spMkLst>
            <pc:docMk/>
            <pc:sldMk cId="2031437362" sldId="422"/>
            <ac:spMk id="22" creationId="{8D333E4A-6679-4BA3-F563-FEB04D48149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55250-2507-4940-92E4-987D6F92EF2A}" type="datetimeFigureOut">
              <a:rPr lang="en-US" smtClean="0"/>
              <a:t>05/06/2024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AB4F8-0042-4DF1-9F5B-23AA27E3A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1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F9531-3326-4057-9EBA-1F5D68C6F04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2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9AB4F8-0042-4DF1-9F5B-23AA27E3A7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20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DCC21-CDD1-4F71-BEA4-14CB2C645D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8"/>
            <a:ext cx="12191888" cy="6850800"/>
          </a:xfrm>
          <a:prstGeom prst="rect">
            <a:avLst/>
          </a:prstGeom>
        </p:spPr>
      </p:pic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7000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91D7A-A48B-465E-9937-C66BC43F3B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550" y="3501000"/>
            <a:ext cx="5759450" cy="1703178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Your name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65040-5BDA-4405-B53B-23E35F213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1269000"/>
            <a:ext cx="11520000" cy="1800000"/>
          </a:xfrm>
        </p:spPr>
        <p:txBody>
          <a:bodyPr anchor="t"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PROJECT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416CF-2219-49E4-64AF-12926EFE54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0221" y="175018"/>
            <a:ext cx="1521105" cy="66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E349-C341-4237-5510-C05D6A2C8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A6D23-1F50-56C2-A6AC-A2C3BBE32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AAA14-4E2B-DFCE-44B9-E4524659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0515599" cy="36512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CC9B8-C9B8-D83A-DF38-4D357158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1CCA0-416F-4510-60C1-CC086E9C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909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A86F15-4CAD-0DF2-93B8-0E7895C73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11AC8-1EC2-BCAF-6236-3481B413F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F8394B-E4DA-D476-FDFB-FD176C5804A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81360" y="6311900"/>
            <a:ext cx="1232992" cy="47128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389FA1-2A2E-172E-E34B-153C25E5C667}"/>
              </a:ext>
            </a:extLst>
          </p:cNvPr>
          <p:cNvCxnSpPr>
            <a:cxnSpLocks/>
          </p:cNvCxnSpPr>
          <p:nvPr userDrawn="1"/>
        </p:nvCxnSpPr>
        <p:spPr>
          <a:xfrm>
            <a:off x="0" y="6467302"/>
            <a:ext cx="1088136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2E1E1C-B136-0A95-0436-0C682AA5AB75}"/>
              </a:ext>
            </a:extLst>
          </p:cNvPr>
          <p:cNvSpPr txBox="1"/>
          <p:nvPr userDrawn="1"/>
        </p:nvSpPr>
        <p:spPr>
          <a:xfrm>
            <a:off x="4404360" y="6517456"/>
            <a:ext cx="3383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Internal Document</a:t>
            </a:r>
            <a:endParaRPr lang="en-IN" sz="12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9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19AB89D0-8562-49A8-BAFA-01679A4C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754" y="2831339"/>
            <a:ext cx="9593446" cy="224140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Status Report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Author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Nishant Kumar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Director, Central Engineering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0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8E051-4874-4E88-1A77-6CC329937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4" y="333376"/>
            <a:ext cx="847725" cy="285750"/>
          </a:xfrm>
          <a:solidFill>
            <a:schemeClr val="bg2">
              <a:lumMod val="75000"/>
            </a:schemeClr>
          </a:solidFill>
          <a:ln w="3175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/>
              <a:t> </a:t>
            </a:r>
            <a:endParaRPr lang="en-IN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BE3F98A-1F76-BD3C-71A8-87B5CB7071E9}"/>
              </a:ext>
            </a:extLst>
          </p:cNvPr>
          <p:cNvSpPr txBox="1">
            <a:spLocks/>
          </p:cNvSpPr>
          <p:nvPr/>
        </p:nvSpPr>
        <p:spPr>
          <a:xfrm>
            <a:off x="1066798" y="333376"/>
            <a:ext cx="2762250" cy="285750"/>
          </a:xfrm>
          <a:prstGeom prst="rect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4E00B9-C34F-33F0-76AE-3A854C84F323}"/>
              </a:ext>
            </a:extLst>
          </p:cNvPr>
          <p:cNvSpPr txBox="1">
            <a:spLocks/>
          </p:cNvSpPr>
          <p:nvPr/>
        </p:nvSpPr>
        <p:spPr>
          <a:xfrm>
            <a:off x="6029324" y="335185"/>
            <a:ext cx="2200276" cy="285296"/>
          </a:xfrm>
          <a:prstGeom prst="rect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DA092B6-A89D-4798-00D6-6B92149F372B}"/>
              </a:ext>
            </a:extLst>
          </p:cNvPr>
          <p:cNvSpPr txBox="1">
            <a:spLocks/>
          </p:cNvSpPr>
          <p:nvPr/>
        </p:nvSpPr>
        <p:spPr>
          <a:xfrm>
            <a:off x="8229600" y="333376"/>
            <a:ext cx="847725" cy="285750"/>
          </a:xfrm>
          <a:prstGeom prst="rect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8971B-1F77-B7BD-1984-2B794BCC7B72}"/>
              </a:ext>
            </a:extLst>
          </p:cNvPr>
          <p:cNvSpPr txBox="1">
            <a:spLocks/>
          </p:cNvSpPr>
          <p:nvPr/>
        </p:nvSpPr>
        <p:spPr>
          <a:xfrm>
            <a:off x="9077325" y="333376"/>
            <a:ext cx="3114674" cy="285750"/>
          </a:xfrm>
          <a:prstGeom prst="rect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1DB9BFCF-D5E2-5FFC-4D04-A0D7CA5CE823}"/>
              </a:ext>
            </a:extLst>
          </p:cNvPr>
          <p:cNvGraphicFramePr>
            <a:graphicFrameLocks noGrp="1"/>
          </p:cNvGraphicFramePr>
          <p:nvPr/>
        </p:nvGraphicFramePr>
        <p:xfrm>
          <a:off x="9077325" y="628651"/>
          <a:ext cx="3114674" cy="3087359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47725">
                  <a:extLst>
                    <a:ext uri="{9D8B030D-6E8A-4147-A177-3AD203B41FA5}">
                      <a16:colId xmlns:a16="http://schemas.microsoft.com/office/drawing/2014/main" val="2506419312"/>
                    </a:ext>
                  </a:extLst>
                </a:gridCol>
                <a:gridCol w="780591">
                  <a:extLst>
                    <a:ext uri="{9D8B030D-6E8A-4147-A177-3AD203B41FA5}">
                      <a16:colId xmlns:a16="http://schemas.microsoft.com/office/drawing/2014/main" val="2408501878"/>
                    </a:ext>
                  </a:extLst>
                </a:gridCol>
                <a:gridCol w="1486358">
                  <a:extLst>
                    <a:ext uri="{9D8B030D-6E8A-4147-A177-3AD203B41FA5}">
                      <a16:colId xmlns:a16="http://schemas.microsoft.com/office/drawing/2014/main" val="2458595749"/>
                    </a:ext>
                  </a:extLst>
                </a:gridCol>
              </a:tblGrid>
              <a:tr h="280669">
                <a:tc>
                  <a:txBody>
                    <a:bodyPr/>
                    <a:lstStyle/>
                    <a:p>
                      <a:r>
                        <a:rPr lang="en-US" sz="1200" dirty="0"/>
                        <a:t>Milestone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Remark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877302"/>
                  </a:ext>
                </a:extLst>
              </a:tr>
              <a:tr h="280669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45828"/>
                  </a:ext>
                </a:extLst>
              </a:tr>
              <a:tr h="280669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428483"/>
                  </a:ext>
                </a:extLst>
              </a:tr>
              <a:tr h="280669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718587"/>
                  </a:ext>
                </a:extLst>
              </a:tr>
              <a:tr h="280669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540634"/>
                  </a:ext>
                </a:extLst>
              </a:tr>
              <a:tr h="280669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832615"/>
                  </a:ext>
                </a:extLst>
              </a:tr>
              <a:tr h="280669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241456"/>
                  </a:ext>
                </a:extLst>
              </a:tr>
              <a:tr h="280669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587139"/>
                  </a:ext>
                </a:extLst>
              </a:tr>
              <a:tr h="280669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189989"/>
                  </a:ext>
                </a:extLst>
              </a:tr>
              <a:tr h="280669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403533"/>
                  </a:ext>
                </a:extLst>
              </a:tr>
              <a:tr h="280669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29227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3C14F9F-D07E-A613-C10F-A09DBFF63DC2}"/>
              </a:ext>
            </a:extLst>
          </p:cNvPr>
          <p:cNvSpPr txBox="1">
            <a:spLocks/>
          </p:cNvSpPr>
          <p:nvPr/>
        </p:nvSpPr>
        <p:spPr>
          <a:xfrm>
            <a:off x="3829048" y="328614"/>
            <a:ext cx="2200276" cy="290512"/>
          </a:xfrm>
          <a:prstGeom prst="rect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A9B5DC3-95A4-6CAA-0971-9855244596E5}"/>
              </a:ext>
            </a:extLst>
          </p:cNvPr>
          <p:cNvSpPr txBox="1">
            <a:spLocks/>
          </p:cNvSpPr>
          <p:nvPr/>
        </p:nvSpPr>
        <p:spPr>
          <a:xfrm>
            <a:off x="219073" y="615948"/>
            <a:ext cx="8858252" cy="119284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Current Status</a:t>
            </a:r>
            <a:endParaRPr lang="en-IN" sz="1600" b="1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B15D401-213B-9782-FE72-DE88496B5483}"/>
              </a:ext>
            </a:extLst>
          </p:cNvPr>
          <p:cNvSpPr txBox="1">
            <a:spLocks/>
          </p:cNvSpPr>
          <p:nvPr/>
        </p:nvSpPr>
        <p:spPr>
          <a:xfrm>
            <a:off x="219073" y="1813559"/>
            <a:ext cx="8858252" cy="77977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Quality Goal</a:t>
            </a:r>
            <a:endParaRPr lang="en-IN" sz="1600" b="1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B1DC849-3920-A8EC-8FA0-69077931DFA1}"/>
              </a:ext>
            </a:extLst>
          </p:cNvPr>
          <p:cNvSpPr txBox="1">
            <a:spLocks/>
          </p:cNvSpPr>
          <p:nvPr/>
        </p:nvSpPr>
        <p:spPr>
          <a:xfrm>
            <a:off x="219073" y="2593335"/>
            <a:ext cx="8858252" cy="11226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Project Issues</a:t>
            </a:r>
            <a:endParaRPr lang="en-IN" sz="1600" b="1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882783E-22BF-D944-76E6-2D8E6351D79A}"/>
              </a:ext>
            </a:extLst>
          </p:cNvPr>
          <p:cNvSpPr txBox="1">
            <a:spLocks/>
          </p:cNvSpPr>
          <p:nvPr/>
        </p:nvSpPr>
        <p:spPr>
          <a:xfrm>
            <a:off x="219072" y="3708455"/>
            <a:ext cx="8858252" cy="14438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Planning for Next Week</a:t>
            </a:r>
            <a:endParaRPr lang="en-IN" sz="1600" b="1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EA1FE37-4325-6EAC-5FA7-63BAF6E17274}"/>
              </a:ext>
            </a:extLst>
          </p:cNvPr>
          <p:cNvSpPr txBox="1">
            <a:spLocks/>
          </p:cNvSpPr>
          <p:nvPr/>
        </p:nvSpPr>
        <p:spPr>
          <a:xfrm>
            <a:off x="219073" y="5160796"/>
            <a:ext cx="4086227" cy="107649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Support Required </a:t>
            </a:r>
            <a:endParaRPr lang="en-IN" sz="1600" b="1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3C9383A-6B34-3E0C-659D-0F572AE97757}"/>
              </a:ext>
            </a:extLst>
          </p:cNvPr>
          <p:cNvSpPr txBox="1">
            <a:spLocks/>
          </p:cNvSpPr>
          <p:nvPr/>
        </p:nvSpPr>
        <p:spPr>
          <a:xfrm>
            <a:off x="4305299" y="5159841"/>
            <a:ext cx="4772025" cy="107649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Work-Product Delivered to Customer</a:t>
            </a:r>
            <a:endParaRPr lang="en-IN" sz="1600" b="1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AED9E5E-4C57-8A5A-4756-A45F1D85407C}"/>
              </a:ext>
            </a:extLst>
          </p:cNvPr>
          <p:cNvSpPr txBox="1">
            <a:spLocks/>
          </p:cNvSpPr>
          <p:nvPr/>
        </p:nvSpPr>
        <p:spPr>
          <a:xfrm>
            <a:off x="9077326" y="3723949"/>
            <a:ext cx="3114674" cy="251238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Important Links</a:t>
            </a:r>
            <a:endParaRPr lang="en-IN" sz="1600" b="1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EEBEA63-F7CE-70BA-D332-DD03A4C649F0}"/>
              </a:ext>
            </a:extLst>
          </p:cNvPr>
          <p:cNvSpPr txBox="1">
            <a:spLocks/>
          </p:cNvSpPr>
          <p:nvPr/>
        </p:nvSpPr>
        <p:spPr>
          <a:xfrm>
            <a:off x="219073" y="46834"/>
            <a:ext cx="847725" cy="28575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500" dirty="0"/>
              <a:t>CWXXXX</a:t>
            </a:r>
            <a:endParaRPr lang="en-IN" sz="15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8DCE5D9-2874-AFDA-D2FC-24737766491F}"/>
              </a:ext>
            </a:extLst>
          </p:cNvPr>
          <p:cNvSpPr txBox="1">
            <a:spLocks/>
          </p:cNvSpPr>
          <p:nvPr/>
        </p:nvSpPr>
        <p:spPr>
          <a:xfrm>
            <a:off x="1066798" y="46834"/>
            <a:ext cx="2762250" cy="28575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Function Group:</a:t>
            </a:r>
            <a:endParaRPr lang="en-IN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3D9085C-70C4-E4C4-2BF8-17BB2246E77F}"/>
              </a:ext>
            </a:extLst>
          </p:cNvPr>
          <p:cNvSpPr txBox="1">
            <a:spLocks/>
          </p:cNvSpPr>
          <p:nvPr/>
        </p:nvSpPr>
        <p:spPr>
          <a:xfrm>
            <a:off x="3829048" y="46269"/>
            <a:ext cx="2200276" cy="28575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Date: </a:t>
            </a:r>
            <a:endParaRPr lang="en-IN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D333E4A-6679-4BA3-F563-FEB04D481493}"/>
              </a:ext>
            </a:extLst>
          </p:cNvPr>
          <p:cNvSpPr txBox="1">
            <a:spLocks/>
          </p:cNvSpPr>
          <p:nvPr/>
        </p:nvSpPr>
        <p:spPr>
          <a:xfrm>
            <a:off x="6029324" y="43098"/>
            <a:ext cx="2200276" cy="28575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SPOC:</a:t>
            </a:r>
            <a:endParaRPr lang="en-IN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39425B2-31C1-2CF5-508E-E773D2DB2839}"/>
              </a:ext>
            </a:extLst>
          </p:cNvPr>
          <p:cNvSpPr txBox="1">
            <a:spLocks/>
          </p:cNvSpPr>
          <p:nvPr/>
        </p:nvSpPr>
        <p:spPr>
          <a:xfrm>
            <a:off x="8229599" y="42864"/>
            <a:ext cx="847725" cy="28575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Phase</a:t>
            </a:r>
            <a:endParaRPr lang="en-IN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2B0E47A-6DDC-B2C0-3AE2-60121F8A6106}"/>
              </a:ext>
            </a:extLst>
          </p:cNvPr>
          <p:cNvSpPr txBox="1">
            <a:spLocks/>
          </p:cNvSpPr>
          <p:nvPr/>
        </p:nvSpPr>
        <p:spPr>
          <a:xfrm>
            <a:off x="9077324" y="42864"/>
            <a:ext cx="3114674" cy="28575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Project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363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621821-5630-55F8-08C2-67E354C15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715" y="236344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  <a:endParaRPr lang="en-IN" sz="96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77719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21041</TotalTime>
  <Words>56</Words>
  <Application>Microsoft Office PowerPoint</Application>
  <PresentationFormat>Widescreen</PresentationFormat>
  <Paragraphs>26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Project Status Report  Author Nishant Kumar Director, Central Engineering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Risk Management</dc:title>
  <dc:creator>Dinesh Sharma</dc:creator>
  <cp:lastModifiedBy>Purvi  Sahu</cp:lastModifiedBy>
  <cp:revision>110</cp:revision>
  <dcterms:created xsi:type="dcterms:W3CDTF">2023-04-14T09:17:25Z</dcterms:created>
  <dcterms:modified xsi:type="dcterms:W3CDTF">2024-05-06T05:47:00Z</dcterms:modified>
</cp:coreProperties>
</file>